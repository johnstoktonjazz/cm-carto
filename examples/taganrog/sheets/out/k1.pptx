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5120000" cy="10692000"/>
  <p:notesSz cx="6858000" cy="9144000"/>
  <p:defaultTextStyle>
    <a:defPPr>
      <a:defRPr lang="ru-RU"/>
    </a:defPPr>
    <a:lvl1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1pPr>
    <a:lvl2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2pPr>
    <a:lvl3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3pPr>
    <a:lvl4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4pPr>
    <a:lvl5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5pPr>
    <a:lvl6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6pPr>
    <a:lvl7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7pPr>
    <a:lvl8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8pPr>
    <a:lvl9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1: аналитическая карта на полигоне (Таганрог). Подложка, provenance и overlay.json (контракт overlay 1.1.0) — cm-carto render по examples/taganrog/maps/k1-analysis.yaml (место landscape, легенда 123 мм, 1:11 000); overlay.json верстка читает напрямую. Подпись карты — из provenance. Счет — число объектов на карте внутри изохроны walk-10 от границы ППТ (analysis-isochrones), status check. Расстояние до ближайшего не считалось — «необходим расчет», значения нет (без status). CALC-00001…00006 и ASM-0001 — условные идентификаторы: базы знаний у полигона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2: главная карта раздела, макет image_page (image_full верстка сняла, К-02, Д-048), место wide, легенда внутри, 1:5 000. cm-carto render по examples/taganrog/maps/k1-zoning.yaml; overlay.json верстка читает напрямую, подпись карты — из provenance. Зоны и ЗОУИТ — из синтетической КПТ (cadastral), граница — из синтетического чертежа проекта планировки (official). Граница — цветом текста (К-05).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3: сравнение двух карт одного масштаба (1:30 000, место square_small) с одной легендой (compare_with, легенды двух overlay совпадают). cm-carto render по examples/taganrog/maps/k1-compare-a.yaml и k1-compare-b.yaml; overlay.json верстка читает напрямую, подписи карт — из provenance. Счет школ и садов — объекты на карте внутри изохроны walk-15 от станции; площадь и длина улиц — analysis-isochrones.calc.yaml (status check). CALC-00011…00018 — условные идентификаторы: базы знаний у полигона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Титул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1" hasCustomPrompt="1"/>
          </p:nvPr>
        </p:nvSpPr>
        <p:spPr>
          <a:xfrm>
            <a:off x="711200" y="1422400"/>
            <a:ext cx="13690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 обложки</a:t>
            </a:r>
          </a:p>
        </p:txBody>
      </p:sp>
      <p:sp>
        <p:nvSpPr>
          <p:cNvPr id="4" name="image"/>
          <p:cNvSpPr>
            <a:spLocks noGrp="1"/>
          </p:cNvSpPr>
          <p:nvPr>
            <p:ph type="pic" idx="12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logo"/>
          <p:cNvSpPr>
            <a:spLocks noGrp="1"/>
          </p:cNvSpPr>
          <p:nvPr>
            <p:ph type="pic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dat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Дата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8178800"/>
            <a:ext cx="90678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Заголовок раздела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1" hasCustomPrompt="1"/>
          </p:nvPr>
        </p:nvSpPr>
        <p:spPr>
          <a:xfrm>
            <a:off x="711200" y="9245600"/>
            <a:ext cx="90678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711200" y="32004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number_5"/>
          <p:cNvSpPr>
            <a:spLocks noGrp="1"/>
          </p:cNvSpPr>
          <p:nvPr>
            <p:ph type="body" idx="15" hasCustomPrompt="1"/>
          </p:nvPr>
        </p:nvSpPr>
        <p:spPr>
          <a:xfrm>
            <a:off x="4178300" y="32004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8" name="contents"/>
          <p:cNvSpPr>
            <a:spLocks noGrp="1"/>
          </p:cNvSpPr>
          <p:nvPr>
            <p:ph type="tbl" idx="16" hasCustomPrompt="1"/>
          </p:nvPr>
        </p:nvSpPr>
        <p:spPr>
          <a:xfrm>
            <a:off x="11112500" y="2133600"/>
            <a:ext cx="32893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9" name="footer_sources"/>
          <p:cNvSpPr>
            <a:spLocks noGrp="1"/>
          </p:cNvSpPr>
          <p:nvPr>
            <p:ph type="body" idx="17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0" name="footer_page"/>
          <p:cNvSpPr>
            <a:spLocks noGrp="1"/>
          </p:cNvSpPr>
          <p:nvPr>
            <p:ph type="body" idx="18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02235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note"/>
          <p:cNvSpPr>
            <a:spLocks noGrp="1"/>
          </p:cNvSpPr>
          <p:nvPr>
            <p:ph type="body" idx="12" hasCustomPrompt="1"/>
          </p:nvPr>
        </p:nvSpPr>
        <p:spPr>
          <a:xfrm>
            <a:off x="11112500" y="2133600"/>
            <a:ext cx="32893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able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7645400" y="2133600"/>
            <a:ext cx="67564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76454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76454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41783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41783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image_3"/>
          <p:cNvSpPr>
            <a:spLocks noGrp="1"/>
          </p:cNvSpPr>
          <p:nvPr>
            <p:ph type="pic" idx="15" hasCustomPrompt="1"/>
          </p:nvPr>
        </p:nvSpPr>
        <p:spPr>
          <a:xfrm>
            <a:off x="76454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3"/>
          <p:cNvSpPr>
            <a:spLocks noGrp="1"/>
          </p:cNvSpPr>
          <p:nvPr>
            <p:ph type="body" idx="16" hasCustomPrompt="1"/>
          </p:nvPr>
        </p:nvSpPr>
        <p:spPr>
          <a:xfrm>
            <a:off x="76454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image_4"/>
          <p:cNvSpPr>
            <a:spLocks noGrp="1"/>
          </p:cNvSpPr>
          <p:nvPr>
            <p:ph type="pic" idx="17" hasCustomPrompt="1"/>
          </p:nvPr>
        </p:nvSpPr>
        <p:spPr>
          <a:xfrm>
            <a:off x="111125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caption_4"/>
          <p:cNvSpPr>
            <a:spLocks noGrp="1"/>
          </p:cNvSpPr>
          <p:nvPr>
            <p:ph type="body" idx="18" hasCustomPrompt="1"/>
          </p:nvPr>
        </p:nvSpPr>
        <p:spPr>
          <a:xfrm>
            <a:off x="111125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p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4445000" cy="3911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table_2"/>
          <p:cNvSpPr>
            <a:spLocks noGrp="1"/>
          </p:cNvSpPr>
          <p:nvPr>
            <p:ph type="tbl" idx="12" hasCustomPrompt="1"/>
          </p:nvPr>
        </p:nvSpPr>
        <p:spPr>
          <a:xfrm>
            <a:off x="711200" y="6223000"/>
            <a:ext cx="4445000" cy="2667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5" name="note"/>
          <p:cNvSpPr>
            <a:spLocks noGrp="1"/>
          </p:cNvSpPr>
          <p:nvPr>
            <p:ph type="body" idx="13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1"/>
          <p:cNvSpPr>
            <a:spLocks noGrp="1"/>
          </p:cNvSpPr>
          <p:nvPr>
            <p:ph type="pic" idx="14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1"/>
          <p:cNvSpPr>
            <a:spLocks noGrp="1"/>
          </p:cNvSpPr>
          <p:nvPr>
            <p:ph type="body" idx="15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footer_sources"/>
          <p:cNvSpPr>
            <a:spLocks noGrp="1"/>
          </p:cNvSpPr>
          <p:nvPr>
            <p:ph type="body" idx="16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9" name="footer_page"/>
          <p:cNvSpPr>
            <a:spLocks noGrp="1"/>
          </p:cNvSpPr>
          <p:nvPr>
            <p:ph type="body" idx="17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legend"/>
          <p:cNvSpPr>
            <a:spLocks noGrp="1"/>
          </p:cNvSpPr>
          <p:nvPr>
            <p:ph type="obj" idx="11" hasCustomPrompt="1"/>
          </p:nvPr>
        </p:nvSpPr>
        <p:spPr>
          <a:xfrm>
            <a:off x="7112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41783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41783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2"/>
          <p:cNvSpPr>
            <a:spLocks noGrp="1"/>
          </p:cNvSpPr>
          <p:nvPr>
            <p:ph type="pic" idx="14" hasCustomPrompt="1"/>
          </p:nvPr>
        </p:nvSpPr>
        <p:spPr>
          <a:xfrm>
            <a:off x="76454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2"/>
          <p:cNvSpPr>
            <a:spLocks noGrp="1"/>
          </p:cNvSpPr>
          <p:nvPr>
            <p:ph type="body" idx="15" hasCustomPrompt="1"/>
          </p:nvPr>
        </p:nvSpPr>
        <p:spPr>
          <a:xfrm>
            <a:off x="76454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image_3"/>
          <p:cNvSpPr>
            <a:spLocks noGrp="1"/>
          </p:cNvSpPr>
          <p:nvPr>
            <p:ph type="pic" idx="16" hasCustomPrompt="1"/>
          </p:nvPr>
        </p:nvSpPr>
        <p:spPr>
          <a:xfrm>
            <a:off x="111125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9" name="caption_3"/>
          <p:cNvSpPr>
            <a:spLocks noGrp="1"/>
          </p:cNvSpPr>
          <p:nvPr>
            <p:ph type="body" idx="17" hasCustomPrompt="1"/>
          </p:nvPr>
        </p:nvSpPr>
        <p:spPr>
          <a:xfrm>
            <a:off x="111125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table_1"/>
          <p:cNvSpPr>
            <a:spLocks noGrp="1"/>
          </p:cNvSpPr>
          <p:nvPr>
            <p:ph type="tbl" idx="18" hasCustomPrompt="1"/>
          </p:nvPr>
        </p:nvSpPr>
        <p:spPr>
          <a:xfrm>
            <a:off x="711200" y="6223000"/>
            <a:ext cx="13690600" cy="3556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ext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ct_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ext_1"/>
          <p:cNvSpPr>
            <a:spLocks noGrp="1"/>
          </p:cNvSpPr>
          <p:nvPr>
            <p:ph type="body" idx="17" hasCustomPrompt="1"/>
          </p:nvPr>
        </p:nvSpPr>
        <p:spPr>
          <a:xfrm>
            <a:off x="9956800" y="32004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0" name="footer_sources"/>
          <p:cNvSpPr>
            <a:spLocks noGrp="1"/>
          </p:cNvSpPr>
          <p:nvPr>
            <p:ph type="body" idx="18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1" name="footer_page"/>
          <p:cNvSpPr>
            <a:spLocks noGrp="1"/>
          </p:cNvSpPr>
          <p:nvPr>
            <p:ph type="body" idx="19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_analy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photo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photo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photo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photo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counts"/>
          <p:cNvSpPr>
            <a:spLocks noGrp="1"/>
          </p:cNvSpPr>
          <p:nvPr>
            <p:ph type="tbl" idx="15" hasCustomPrompt="1"/>
          </p:nvPr>
        </p:nvSpPr>
        <p:spPr>
          <a:xfrm>
            <a:off x="711200" y="5156200"/>
            <a:ext cx="44450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8" name="method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legend"/>
          <p:cNvSpPr>
            <a:spLocks noGrp="1"/>
          </p:cNvSpPr>
          <p:nvPr>
            <p:ph type="obj" idx="17" hasCustomPrompt="1"/>
          </p:nvPr>
        </p:nvSpPr>
        <p:spPr>
          <a:xfrm>
            <a:off x="711200" y="74676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10" name="image_1"/>
          <p:cNvSpPr>
            <a:spLocks noGrp="1"/>
          </p:cNvSpPr>
          <p:nvPr>
            <p:ph type="pic" idx="18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1"/>
          <p:cNvSpPr>
            <a:spLocks noGrp="1"/>
          </p:cNvSpPr>
          <p:nvPr>
            <p:ph type="body" idx="19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alysis_con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image_1"/>
          <p:cNvSpPr>
            <a:spLocks noGrp="1"/>
          </p:cNvSpPr>
          <p:nvPr>
            <p:ph type="pic" idx="13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1"/>
          <p:cNvSpPr>
            <a:spLocks noGrp="1"/>
          </p:cNvSpPr>
          <p:nvPr>
            <p:ph type="body" idx="14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consequence"/>
          <p:cNvSpPr>
            <a:spLocks noGrp="1"/>
          </p:cNvSpPr>
          <p:nvPr>
            <p:ph type="body" idx="15" hasCustomPrompt="1"/>
          </p:nvPr>
        </p:nvSpPr>
        <p:spPr>
          <a:xfrm>
            <a:off x="9956800" y="32004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Что это меняет в проекте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8" name="note"/>
          <p:cNvSpPr>
            <a:spLocks noGrp="1"/>
          </p:cNvSpPr>
          <p:nvPr>
            <p:ph type="body" idx="16" hasCustomPrompt="1"/>
          </p:nvPr>
        </p:nvSpPr>
        <p:spPr>
          <a:xfrm>
            <a:off x="9956800" y="4445000"/>
            <a:ext cx="44450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footer_sources"/>
          <p:cNvSpPr>
            <a:spLocks noGrp="1"/>
          </p:cNvSpPr>
          <p:nvPr>
            <p:ph type="body" idx="17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0" name="footer_page"/>
          <p:cNvSpPr>
            <a:spLocks noGrp="1"/>
          </p:cNvSpPr>
          <p:nvPr>
            <p:ph type="body" idx="18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layer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layer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layer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layer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layer_3"/>
          <p:cNvSpPr>
            <a:spLocks noGrp="1"/>
          </p:cNvSpPr>
          <p:nvPr>
            <p:ph type="pic" idx="15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layer_3_caption"/>
          <p:cNvSpPr>
            <a:spLocks noGrp="1"/>
          </p:cNvSpPr>
          <p:nvPr>
            <p:ph type="body" idx="16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layer_4"/>
          <p:cNvSpPr>
            <a:spLocks noGrp="1"/>
          </p:cNvSpPr>
          <p:nvPr>
            <p:ph type="pic" idx="17" hasCustomPrompt="1"/>
          </p:nvPr>
        </p:nvSpPr>
        <p:spPr>
          <a:xfrm>
            <a:off x="711200" y="51562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layer_4_caption"/>
          <p:cNvSpPr>
            <a:spLocks noGrp="1"/>
          </p:cNvSpPr>
          <p:nvPr>
            <p:ph type="body" idx="18" hasCustomPrompt="1"/>
          </p:nvPr>
        </p:nvSpPr>
        <p:spPr>
          <a:xfrm>
            <a:off x="711200" y="74676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layer_5"/>
          <p:cNvSpPr>
            <a:spLocks noGrp="1"/>
          </p:cNvSpPr>
          <p:nvPr>
            <p:ph type="pic" idx="19" hasCustomPrompt="1"/>
          </p:nvPr>
        </p:nvSpPr>
        <p:spPr>
          <a:xfrm>
            <a:off x="3022600" y="51562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2" name="layer_5_caption"/>
          <p:cNvSpPr>
            <a:spLocks noGrp="1"/>
          </p:cNvSpPr>
          <p:nvPr>
            <p:ph type="body" idx="20" hasCustomPrompt="1"/>
          </p:nvPr>
        </p:nvSpPr>
        <p:spPr>
          <a:xfrm>
            <a:off x="3022600" y="74676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legend"/>
          <p:cNvSpPr>
            <a:spLocks noGrp="1"/>
          </p:cNvSpPr>
          <p:nvPr>
            <p:ph type="obj" idx="21" hasCustomPrompt="1"/>
          </p:nvPr>
        </p:nvSpPr>
        <p:spPr>
          <a:xfrm>
            <a:off x="5334000" y="5156200"/>
            <a:ext cx="2133600" cy="3733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14" name="combined"/>
          <p:cNvSpPr>
            <a:spLocks noGrp="1"/>
          </p:cNvSpPr>
          <p:nvPr>
            <p:ph type="pic" idx="22" hasCustomPrompt="1"/>
          </p:nvPr>
        </p:nvSpPr>
        <p:spPr>
          <a:xfrm>
            <a:off x="76454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5" name="combined_caption"/>
          <p:cNvSpPr>
            <a:spLocks noGrp="1"/>
          </p:cNvSpPr>
          <p:nvPr>
            <p:ph type="body" idx="23" hasCustomPrompt="1"/>
          </p:nvPr>
        </p:nvSpPr>
        <p:spPr>
          <a:xfrm>
            <a:off x="76454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6" name="consequence"/>
          <p:cNvSpPr>
            <a:spLocks noGrp="1"/>
          </p:cNvSpPr>
          <p:nvPr>
            <p:ph type="body" idx="24" hasCustomPrompt="1"/>
          </p:nvPr>
        </p:nvSpPr>
        <p:spPr>
          <a:xfrm>
            <a:off x="711200" y="8178800"/>
            <a:ext cx="4445000" cy="1600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Что это меняет в проекте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17" name="footer_sources"/>
          <p:cNvSpPr>
            <a:spLocks noGrp="1"/>
          </p:cNvSpPr>
          <p:nvPr>
            <p:ph type="body" idx="2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8" name="footer_page"/>
          <p:cNvSpPr>
            <a:spLocks noGrp="1"/>
          </p:cNvSpPr>
          <p:nvPr>
            <p:ph type="body" idx="2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step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step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step_2"/>
          <p:cNvSpPr>
            <a:spLocks noGrp="1"/>
          </p:cNvSpPr>
          <p:nvPr>
            <p:ph type="pic" idx="13" hasCustomPrompt="1"/>
          </p:nvPr>
        </p:nvSpPr>
        <p:spPr>
          <a:xfrm>
            <a:off x="41783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step_2_caption"/>
          <p:cNvSpPr>
            <a:spLocks noGrp="1"/>
          </p:cNvSpPr>
          <p:nvPr>
            <p:ph type="body" idx="14" hasCustomPrompt="1"/>
          </p:nvPr>
        </p:nvSpPr>
        <p:spPr>
          <a:xfrm>
            <a:off x="41783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step_3"/>
          <p:cNvSpPr>
            <a:spLocks noGrp="1"/>
          </p:cNvSpPr>
          <p:nvPr>
            <p:ph type="pic" idx="15" hasCustomPrompt="1"/>
          </p:nvPr>
        </p:nvSpPr>
        <p:spPr>
          <a:xfrm>
            <a:off x="76454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step_3_caption"/>
          <p:cNvSpPr>
            <a:spLocks noGrp="1"/>
          </p:cNvSpPr>
          <p:nvPr>
            <p:ph type="body" idx="16" hasCustomPrompt="1"/>
          </p:nvPr>
        </p:nvSpPr>
        <p:spPr>
          <a:xfrm>
            <a:off x="76454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step_4"/>
          <p:cNvSpPr>
            <a:spLocks noGrp="1"/>
          </p:cNvSpPr>
          <p:nvPr>
            <p:ph type="pic" idx="17" hasCustomPrompt="1"/>
          </p:nvPr>
        </p:nvSpPr>
        <p:spPr>
          <a:xfrm>
            <a:off x="111125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step_4_caption"/>
          <p:cNvSpPr>
            <a:spLocks noGrp="1"/>
          </p:cNvSpPr>
          <p:nvPr>
            <p:ph type="body" idx="18" hasCustomPrompt="1"/>
          </p:nvPr>
        </p:nvSpPr>
        <p:spPr>
          <a:xfrm>
            <a:off x="111125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text_1"/>
          <p:cNvSpPr>
            <a:spLocks noGrp="1"/>
          </p:cNvSpPr>
          <p:nvPr>
            <p:ph type="body" idx="19" hasCustomPrompt="1"/>
          </p:nvPr>
        </p:nvSpPr>
        <p:spPr>
          <a:xfrm>
            <a:off x="711200" y="62230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olution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step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step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step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step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step_3"/>
          <p:cNvSpPr>
            <a:spLocks noGrp="1"/>
          </p:cNvSpPr>
          <p:nvPr>
            <p:ph type="pic" idx="15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step_3_caption"/>
          <p:cNvSpPr>
            <a:spLocks noGrp="1"/>
          </p:cNvSpPr>
          <p:nvPr>
            <p:ph type="body" idx="16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step_4"/>
          <p:cNvSpPr>
            <a:spLocks noGrp="1"/>
          </p:cNvSpPr>
          <p:nvPr>
            <p:ph type="pic" idx="17" hasCustomPrompt="1"/>
          </p:nvPr>
        </p:nvSpPr>
        <p:spPr>
          <a:xfrm>
            <a:off x="76454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step_4_caption"/>
          <p:cNvSpPr>
            <a:spLocks noGrp="1"/>
          </p:cNvSpPr>
          <p:nvPr>
            <p:ph type="body" idx="18" hasCustomPrompt="1"/>
          </p:nvPr>
        </p:nvSpPr>
        <p:spPr>
          <a:xfrm>
            <a:off x="76454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step_5"/>
          <p:cNvSpPr>
            <a:spLocks noGrp="1"/>
          </p:cNvSpPr>
          <p:nvPr>
            <p:ph type="pic" idx="19" hasCustomPrompt="1"/>
          </p:nvPr>
        </p:nvSpPr>
        <p:spPr>
          <a:xfrm>
            <a:off x="99568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2" name="step_5_caption"/>
          <p:cNvSpPr>
            <a:spLocks noGrp="1"/>
          </p:cNvSpPr>
          <p:nvPr>
            <p:ph type="body" idx="20" hasCustomPrompt="1"/>
          </p:nvPr>
        </p:nvSpPr>
        <p:spPr>
          <a:xfrm>
            <a:off x="99568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step_6"/>
          <p:cNvSpPr>
            <a:spLocks noGrp="1"/>
          </p:cNvSpPr>
          <p:nvPr>
            <p:ph type="pic" idx="21" hasCustomPrompt="1"/>
          </p:nvPr>
        </p:nvSpPr>
        <p:spPr>
          <a:xfrm>
            <a:off x="12268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step_6_caption"/>
          <p:cNvSpPr>
            <a:spLocks noGrp="1"/>
          </p:cNvSpPr>
          <p:nvPr>
            <p:ph type="body" idx="22" hasCustomPrompt="1"/>
          </p:nvPr>
        </p:nvSpPr>
        <p:spPr>
          <a:xfrm>
            <a:off x="12268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text_1"/>
          <p:cNvSpPr>
            <a:spLocks noGrp="1"/>
          </p:cNvSpPr>
          <p:nvPr>
            <p:ph type="body" idx="23" hasCustomPrompt="1"/>
          </p:nvPr>
        </p:nvSpPr>
        <p:spPr>
          <a:xfrm>
            <a:off x="711200" y="51562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6" name="footer_sources"/>
          <p:cNvSpPr>
            <a:spLocks noGrp="1"/>
          </p:cNvSpPr>
          <p:nvPr>
            <p:ph type="body" idx="2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7" name="footer_page"/>
          <p:cNvSpPr>
            <a:spLocks noGrp="1"/>
          </p:cNvSpPr>
          <p:nvPr>
            <p:ph type="body" idx="2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note"/>
          <p:cNvSpPr>
            <a:spLocks noGrp="1"/>
          </p:cNvSpPr>
          <p:nvPr>
            <p:ph type="body" idx="17" hasCustomPrompt="1"/>
          </p:nvPr>
        </p:nvSpPr>
        <p:spPr>
          <a:xfrm>
            <a:off x="9956800" y="3200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footer_sources"/>
          <p:cNvSpPr>
            <a:spLocks noGrp="1"/>
          </p:cNvSpPr>
          <p:nvPr>
            <p:ph type="body" idx="18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1" name="footer_page"/>
          <p:cNvSpPr>
            <a:spLocks noGrp="1"/>
          </p:cNvSpPr>
          <p:nvPr>
            <p:ph type="body" idx="19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5334000" y="2133600"/>
            <a:ext cx="9067800" cy="248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table_2"/>
          <p:cNvSpPr>
            <a:spLocks noGrp="1"/>
          </p:cNvSpPr>
          <p:nvPr>
            <p:ph type="tbl" idx="14" hasCustomPrompt="1"/>
          </p:nvPr>
        </p:nvSpPr>
        <p:spPr>
          <a:xfrm>
            <a:off x="5334000" y="4800600"/>
            <a:ext cx="9067800" cy="4978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wo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5334000" y="2133600"/>
            <a:ext cx="9067800" cy="248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table_2"/>
          <p:cNvSpPr>
            <a:spLocks noGrp="1"/>
          </p:cNvSpPr>
          <p:nvPr>
            <p:ph type="tbl" idx="14" hasCustomPrompt="1"/>
          </p:nvPr>
        </p:nvSpPr>
        <p:spPr>
          <a:xfrm>
            <a:off x="5334000" y="4800600"/>
            <a:ext cx="9067800" cy="4978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90678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table_2"/>
          <p:cNvSpPr>
            <a:spLocks noGrp="1"/>
          </p:cNvSpPr>
          <p:nvPr>
            <p:ph type="tbl" idx="12" hasCustomPrompt="1"/>
          </p:nvPr>
        </p:nvSpPr>
        <p:spPr>
          <a:xfrm>
            <a:off x="9956800" y="2133600"/>
            <a:ext cx="44450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_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ext_1"/>
          <p:cNvSpPr>
            <a:spLocks noGrp="1"/>
          </p:cNvSpPr>
          <p:nvPr>
            <p:ph type="body" idx="13" hasCustomPrompt="1"/>
          </p:nvPr>
        </p:nvSpPr>
        <p:spPr>
          <a:xfrm>
            <a:off x="7112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2"/>
          <p:cNvSpPr>
            <a:spLocks noGrp="1"/>
          </p:cNvSpPr>
          <p:nvPr>
            <p:ph type="pic" idx="14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2"/>
          <p:cNvSpPr>
            <a:spLocks noGrp="1"/>
          </p:cNvSpPr>
          <p:nvPr>
            <p:ph type="body" idx="15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text_2"/>
          <p:cNvSpPr>
            <a:spLocks noGrp="1"/>
          </p:cNvSpPr>
          <p:nvPr>
            <p:ph type="body" idx="16" hasCustomPrompt="1"/>
          </p:nvPr>
        </p:nvSpPr>
        <p:spPr>
          <a:xfrm>
            <a:off x="30226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image_3"/>
          <p:cNvSpPr>
            <a:spLocks noGrp="1"/>
          </p:cNvSpPr>
          <p:nvPr>
            <p:ph type="pic" idx="17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caption_3"/>
          <p:cNvSpPr>
            <a:spLocks noGrp="1"/>
          </p:cNvSpPr>
          <p:nvPr>
            <p:ph type="body" idx="18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text_3"/>
          <p:cNvSpPr>
            <a:spLocks noGrp="1"/>
          </p:cNvSpPr>
          <p:nvPr>
            <p:ph type="body" idx="19" hasCustomPrompt="1"/>
          </p:nvPr>
        </p:nvSpPr>
        <p:spPr>
          <a:xfrm>
            <a:off x="53340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image_4"/>
          <p:cNvSpPr>
            <a:spLocks noGrp="1"/>
          </p:cNvSpPr>
          <p:nvPr>
            <p:ph type="pic" idx="20" hasCustomPrompt="1"/>
          </p:nvPr>
        </p:nvSpPr>
        <p:spPr>
          <a:xfrm>
            <a:off x="76454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3" name="caption_4"/>
          <p:cNvSpPr>
            <a:spLocks noGrp="1"/>
          </p:cNvSpPr>
          <p:nvPr>
            <p:ph type="body" idx="21" hasCustomPrompt="1"/>
          </p:nvPr>
        </p:nvSpPr>
        <p:spPr>
          <a:xfrm>
            <a:off x="76454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4" name="text_4"/>
          <p:cNvSpPr>
            <a:spLocks noGrp="1"/>
          </p:cNvSpPr>
          <p:nvPr>
            <p:ph type="body" idx="22" hasCustomPrompt="1"/>
          </p:nvPr>
        </p:nvSpPr>
        <p:spPr>
          <a:xfrm>
            <a:off x="76454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image_5"/>
          <p:cNvSpPr>
            <a:spLocks noGrp="1"/>
          </p:cNvSpPr>
          <p:nvPr>
            <p:ph type="pic" idx="23" hasCustomPrompt="1"/>
          </p:nvPr>
        </p:nvSpPr>
        <p:spPr>
          <a:xfrm>
            <a:off x="99568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6" name="caption_5"/>
          <p:cNvSpPr>
            <a:spLocks noGrp="1"/>
          </p:cNvSpPr>
          <p:nvPr>
            <p:ph type="body" idx="24" hasCustomPrompt="1"/>
          </p:nvPr>
        </p:nvSpPr>
        <p:spPr>
          <a:xfrm>
            <a:off x="99568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7" name="text_5"/>
          <p:cNvSpPr>
            <a:spLocks noGrp="1"/>
          </p:cNvSpPr>
          <p:nvPr>
            <p:ph type="body" idx="25" hasCustomPrompt="1"/>
          </p:nvPr>
        </p:nvSpPr>
        <p:spPr>
          <a:xfrm>
            <a:off x="99568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8" name="image_6"/>
          <p:cNvSpPr>
            <a:spLocks noGrp="1"/>
          </p:cNvSpPr>
          <p:nvPr>
            <p:ph type="pic" idx="26" hasCustomPrompt="1"/>
          </p:nvPr>
        </p:nvSpPr>
        <p:spPr>
          <a:xfrm>
            <a:off x="12268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9" name="caption_6"/>
          <p:cNvSpPr>
            <a:spLocks noGrp="1"/>
          </p:cNvSpPr>
          <p:nvPr>
            <p:ph type="body" idx="27" hasCustomPrompt="1"/>
          </p:nvPr>
        </p:nvSpPr>
        <p:spPr>
          <a:xfrm>
            <a:off x="12268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0" name="text_6"/>
          <p:cNvSpPr>
            <a:spLocks noGrp="1"/>
          </p:cNvSpPr>
          <p:nvPr>
            <p:ph type="body" idx="28" hasCustomPrompt="1"/>
          </p:nvPr>
        </p:nvSpPr>
        <p:spPr>
          <a:xfrm>
            <a:off x="122682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1" name="footer_sources"/>
          <p:cNvSpPr>
            <a:spLocks noGrp="1"/>
          </p:cNvSpPr>
          <p:nvPr>
            <p:ph type="body" idx="2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22" name="footer_page"/>
          <p:cNvSpPr>
            <a:spLocks noGrp="1"/>
          </p:cNvSpPr>
          <p:nvPr>
            <p:ph type="body" idx="3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_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ext_1"/>
          <p:cNvSpPr>
            <a:spLocks noGrp="1"/>
          </p:cNvSpPr>
          <p:nvPr>
            <p:ph type="body" idx="17" hasCustomPrompt="1"/>
          </p:nvPr>
        </p:nvSpPr>
        <p:spPr>
          <a:xfrm>
            <a:off x="7112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image_2"/>
          <p:cNvSpPr>
            <a:spLocks noGrp="1"/>
          </p:cNvSpPr>
          <p:nvPr>
            <p:ph type="pic" idx="18" hasCustomPrompt="1"/>
          </p:nvPr>
        </p:nvSpPr>
        <p:spPr>
          <a:xfrm>
            <a:off x="30226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2"/>
          <p:cNvSpPr>
            <a:spLocks noGrp="1"/>
          </p:cNvSpPr>
          <p:nvPr>
            <p:ph type="body" idx="19" hasCustomPrompt="1"/>
          </p:nvPr>
        </p:nvSpPr>
        <p:spPr>
          <a:xfrm>
            <a:off x="30226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text_2"/>
          <p:cNvSpPr>
            <a:spLocks noGrp="1"/>
          </p:cNvSpPr>
          <p:nvPr>
            <p:ph type="body" idx="20" hasCustomPrompt="1"/>
          </p:nvPr>
        </p:nvSpPr>
        <p:spPr>
          <a:xfrm>
            <a:off x="30226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image_3"/>
          <p:cNvSpPr>
            <a:spLocks noGrp="1"/>
          </p:cNvSpPr>
          <p:nvPr>
            <p:ph type="pic" idx="21" hasCustomPrompt="1"/>
          </p:nvPr>
        </p:nvSpPr>
        <p:spPr>
          <a:xfrm>
            <a:off x="53340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caption_3"/>
          <p:cNvSpPr>
            <a:spLocks noGrp="1"/>
          </p:cNvSpPr>
          <p:nvPr>
            <p:ph type="body" idx="22" hasCustomPrompt="1"/>
          </p:nvPr>
        </p:nvSpPr>
        <p:spPr>
          <a:xfrm>
            <a:off x="53340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text_3"/>
          <p:cNvSpPr>
            <a:spLocks noGrp="1"/>
          </p:cNvSpPr>
          <p:nvPr>
            <p:ph type="body" idx="23" hasCustomPrompt="1"/>
          </p:nvPr>
        </p:nvSpPr>
        <p:spPr>
          <a:xfrm>
            <a:off x="53340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6" name="image_4"/>
          <p:cNvSpPr>
            <a:spLocks noGrp="1"/>
          </p:cNvSpPr>
          <p:nvPr>
            <p:ph type="pic" idx="24" hasCustomPrompt="1"/>
          </p:nvPr>
        </p:nvSpPr>
        <p:spPr>
          <a:xfrm>
            <a:off x="76454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7" name="caption_4"/>
          <p:cNvSpPr>
            <a:spLocks noGrp="1"/>
          </p:cNvSpPr>
          <p:nvPr>
            <p:ph type="body" idx="25" hasCustomPrompt="1"/>
          </p:nvPr>
        </p:nvSpPr>
        <p:spPr>
          <a:xfrm>
            <a:off x="76454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8" name="text_4"/>
          <p:cNvSpPr>
            <a:spLocks noGrp="1"/>
          </p:cNvSpPr>
          <p:nvPr>
            <p:ph type="body" idx="26" hasCustomPrompt="1"/>
          </p:nvPr>
        </p:nvSpPr>
        <p:spPr>
          <a:xfrm>
            <a:off x="76454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9" name="image_5"/>
          <p:cNvSpPr>
            <a:spLocks noGrp="1"/>
          </p:cNvSpPr>
          <p:nvPr>
            <p:ph type="pic" idx="27" hasCustomPrompt="1"/>
          </p:nvPr>
        </p:nvSpPr>
        <p:spPr>
          <a:xfrm>
            <a:off x="99568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20" name="caption_5"/>
          <p:cNvSpPr>
            <a:spLocks noGrp="1"/>
          </p:cNvSpPr>
          <p:nvPr>
            <p:ph type="body" idx="28" hasCustomPrompt="1"/>
          </p:nvPr>
        </p:nvSpPr>
        <p:spPr>
          <a:xfrm>
            <a:off x="99568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1" name="text_5"/>
          <p:cNvSpPr>
            <a:spLocks noGrp="1"/>
          </p:cNvSpPr>
          <p:nvPr>
            <p:ph type="body" idx="29" hasCustomPrompt="1"/>
          </p:nvPr>
        </p:nvSpPr>
        <p:spPr>
          <a:xfrm>
            <a:off x="99568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2" name="image_6"/>
          <p:cNvSpPr>
            <a:spLocks noGrp="1"/>
          </p:cNvSpPr>
          <p:nvPr>
            <p:ph type="pic" idx="30" hasCustomPrompt="1"/>
          </p:nvPr>
        </p:nvSpPr>
        <p:spPr>
          <a:xfrm>
            <a:off x="122682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23" name="caption_6"/>
          <p:cNvSpPr>
            <a:spLocks noGrp="1"/>
          </p:cNvSpPr>
          <p:nvPr>
            <p:ph type="body" idx="31" hasCustomPrompt="1"/>
          </p:nvPr>
        </p:nvSpPr>
        <p:spPr>
          <a:xfrm>
            <a:off x="122682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4" name="text_6"/>
          <p:cNvSpPr>
            <a:spLocks noGrp="1"/>
          </p:cNvSpPr>
          <p:nvPr>
            <p:ph type="body" idx="32" hasCustomPrompt="1"/>
          </p:nvPr>
        </p:nvSpPr>
        <p:spPr>
          <a:xfrm>
            <a:off x="122682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5" name="footer_sources"/>
          <p:cNvSpPr>
            <a:spLocks noGrp="1"/>
          </p:cNvSpPr>
          <p:nvPr>
            <p:ph type="body" idx="3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26" name="footer_page"/>
          <p:cNvSpPr>
            <a:spLocks noGrp="1"/>
          </p:cNvSpPr>
          <p:nvPr>
            <p:ph type="body" idx="3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nci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principle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7112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7112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principle_2"/>
          <p:cNvSpPr>
            <a:spLocks noGrp="1"/>
          </p:cNvSpPr>
          <p:nvPr>
            <p:ph type="body" idx="14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7" name="image_2"/>
          <p:cNvSpPr>
            <a:spLocks noGrp="1"/>
          </p:cNvSpPr>
          <p:nvPr>
            <p:ph type="pic" idx="15" hasCustomPrompt="1"/>
          </p:nvPr>
        </p:nvSpPr>
        <p:spPr>
          <a:xfrm>
            <a:off x="41783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2"/>
          <p:cNvSpPr>
            <a:spLocks noGrp="1"/>
          </p:cNvSpPr>
          <p:nvPr>
            <p:ph type="body" idx="16" hasCustomPrompt="1"/>
          </p:nvPr>
        </p:nvSpPr>
        <p:spPr>
          <a:xfrm>
            <a:off x="41783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principle_3"/>
          <p:cNvSpPr>
            <a:spLocks noGrp="1"/>
          </p:cNvSpPr>
          <p:nvPr>
            <p:ph type="body" idx="17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10" name="image_3"/>
          <p:cNvSpPr>
            <a:spLocks noGrp="1"/>
          </p:cNvSpPr>
          <p:nvPr>
            <p:ph type="pic" idx="18" hasCustomPrompt="1"/>
          </p:nvPr>
        </p:nvSpPr>
        <p:spPr>
          <a:xfrm>
            <a:off x="76454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3"/>
          <p:cNvSpPr>
            <a:spLocks noGrp="1"/>
          </p:cNvSpPr>
          <p:nvPr>
            <p:ph type="body" idx="19" hasCustomPrompt="1"/>
          </p:nvPr>
        </p:nvSpPr>
        <p:spPr>
          <a:xfrm>
            <a:off x="76454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principle_4"/>
          <p:cNvSpPr>
            <a:spLocks noGrp="1"/>
          </p:cNvSpPr>
          <p:nvPr>
            <p:ph type="body" idx="20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13" name="image_4"/>
          <p:cNvSpPr>
            <a:spLocks noGrp="1"/>
          </p:cNvSpPr>
          <p:nvPr>
            <p:ph type="pic" idx="21" hasCustomPrompt="1"/>
          </p:nvPr>
        </p:nvSpPr>
        <p:spPr>
          <a:xfrm>
            <a:off x="111125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caption_4"/>
          <p:cNvSpPr>
            <a:spLocks noGrp="1"/>
          </p:cNvSpPr>
          <p:nvPr>
            <p:ph type="body" idx="22" hasCustomPrompt="1"/>
          </p:nvPr>
        </p:nvSpPr>
        <p:spPr>
          <a:xfrm>
            <a:off x="111125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footer_sources"/>
          <p:cNvSpPr>
            <a:spLocks noGrp="1"/>
          </p:cNvSpPr>
          <p:nvPr>
            <p:ph type="body" idx="2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6" name="footer_page"/>
          <p:cNvSpPr>
            <a:spLocks noGrp="1"/>
          </p:cNvSpPr>
          <p:nvPr>
            <p:ph type="body" idx="2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chart_1_heading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9067800" cy="177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Заголовок диаграммы</a:t>
            </a:r>
          </a:p>
        </p:txBody>
      </p:sp>
      <p:sp>
        <p:nvSpPr>
          <p:cNvPr id="4" name="chart_1"/>
          <p:cNvSpPr>
            <a:spLocks noGrp="1"/>
          </p:cNvSpPr>
          <p:nvPr>
            <p:ph type="chart" idx="12" hasCustomPrompt="1"/>
          </p:nvPr>
        </p:nvSpPr>
        <p:spPr>
          <a:xfrm>
            <a:off x="711200" y="2311400"/>
            <a:ext cx="9067800" cy="7467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Диаграмма</a:t>
            </a:r>
          </a:p>
        </p:txBody>
      </p:sp>
      <p:sp>
        <p:nvSpPr>
          <p:cNvPr id="5" name="note"/>
          <p:cNvSpPr>
            <a:spLocks noGrp="1"/>
          </p:cNvSpPr>
          <p:nvPr>
            <p:ph type="body" idx="13" hasCustomPrompt="1"/>
          </p:nvPr>
        </p:nvSpPr>
        <p:spPr>
          <a:xfrm>
            <a:off x="9956800" y="21336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ph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02235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imprint"/>
          <p:cNvSpPr>
            <a:spLocks noGrp="1"/>
          </p:cNvSpPr>
          <p:nvPr>
            <p:ph type="body" idx="12" hasCustomPrompt="1"/>
          </p:nvPr>
        </p:nvSpPr>
        <p:spPr>
          <a:xfrm>
            <a:off x="11112500" y="2133600"/>
            <a:ext cx="32893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pe_speci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cover_subtitle"/>
          <p:cNvSpPr>
            <a:spLocks noGrp="1"/>
          </p:cNvSpPr>
          <p:nvPr>
            <p:ph type="body" idx="12" hasCustomPrompt="1"/>
          </p:nvPr>
        </p:nvSpPr>
        <p:spPr>
          <a:xfrm>
            <a:off x="711200" y="3200400"/>
            <a:ext cx="67564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 обложки</a:t>
            </a:r>
          </a:p>
        </p:txBody>
      </p:sp>
      <p:sp>
        <p:nvSpPr>
          <p:cNvPr id="5" name="cover_date"/>
          <p:cNvSpPr>
            <a:spLocks noGrp="1"/>
          </p:cNvSpPr>
          <p:nvPr>
            <p:ph type="body" idx="13" hasCustomPrompt="1"/>
          </p:nvPr>
        </p:nvSpPr>
        <p:spPr>
          <a:xfrm>
            <a:off x="7645400" y="32004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Дата</a:t>
            </a:r>
          </a:p>
        </p:txBody>
      </p:sp>
      <p:sp>
        <p:nvSpPr>
          <p:cNvPr id="6" name="block_title"/>
          <p:cNvSpPr>
            <a:spLocks noGrp="1"/>
          </p:cNvSpPr>
          <p:nvPr>
            <p:ph type="body" idx="14" hasCustomPrompt="1"/>
          </p:nvPr>
        </p:nvSpPr>
        <p:spPr>
          <a:xfrm>
            <a:off x="711200" y="3733800"/>
            <a:ext cx="90678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Подзаголовок блока</a:t>
            </a:r>
          </a:p>
        </p:txBody>
      </p:sp>
      <p:sp>
        <p:nvSpPr>
          <p:cNvPr id="7" name="paragraph"/>
          <p:cNvSpPr>
            <a:spLocks noGrp="1"/>
          </p:cNvSpPr>
          <p:nvPr>
            <p:ph type="body" idx="15" hasCustomPrompt="1"/>
          </p:nvPr>
        </p:nvSpPr>
        <p:spPr>
          <a:xfrm>
            <a:off x="711200" y="42672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8" name="caption"/>
          <p:cNvSpPr>
            <a:spLocks noGrp="1"/>
          </p:cNvSpPr>
          <p:nvPr>
            <p:ph type="body" idx="16" hasCustomPrompt="1"/>
          </p:nvPr>
        </p:nvSpPr>
        <p:spPr>
          <a:xfrm>
            <a:off x="711200" y="5511800"/>
            <a:ext cx="44450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able_header"/>
          <p:cNvSpPr>
            <a:spLocks noGrp="1"/>
          </p:cNvSpPr>
          <p:nvPr>
            <p:ph type="body" idx="17" hasCustomPrompt="1"/>
          </p:nvPr>
        </p:nvSpPr>
        <p:spPr>
          <a:xfrm>
            <a:off x="711200" y="65786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Шапка таблицы</a:t>
            </a:r>
          </a:p>
        </p:txBody>
      </p:sp>
      <p:sp>
        <p:nvSpPr>
          <p:cNvPr id="10" name="table_cell"/>
          <p:cNvSpPr>
            <a:spLocks noGrp="1"/>
          </p:cNvSpPr>
          <p:nvPr>
            <p:ph type="body" idx="18" hasCustomPrompt="1"/>
          </p:nvPr>
        </p:nvSpPr>
        <p:spPr>
          <a:xfrm>
            <a:off x="711200" y="71120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Ячейка таблицы</a:t>
            </a:r>
          </a:p>
        </p:txBody>
      </p:sp>
      <p:sp>
        <p:nvSpPr>
          <p:cNvPr id="11" name="note"/>
          <p:cNvSpPr>
            <a:spLocks noGrp="1"/>
          </p:cNvSpPr>
          <p:nvPr>
            <p:ph type="body" idx="19" hasCustomPrompt="1"/>
          </p:nvPr>
        </p:nvSpPr>
        <p:spPr>
          <a:xfrm>
            <a:off x="11112500" y="2133600"/>
            <a:ext cx="32893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_she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53340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53340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image_3"/>
          <p:cNvSpPr>
            <a:spLocks noGrp="1"/>
          </p:cNvSpPr>
          <p:nvPr>
            <p:ph type="pic" idx="15" hasCustomPrompt="1"/>
          </p:nvPr>
        </p:nvSpPr>
        <p:spPr>
          <a:xfrm>
            <a:off x="99568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3"/>
          <p:cNvSpPr>
            <a:spLocks noGrp="1"/>
          </p:cNvSpPr>
          <p:nvPr>
            <p:ph type="body" idx="16" hasCustomPrompt="1"/>
          </p:nvPr>
        </p:nvSpPr>
        <p:spPr>
          <a:xfrm>
            <a:off x="99568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able_1"/>
          <p:cNvSpPr>
            <a:spLocks noGrp="1"/>
          </p:cNvSpPr>
          <p:nvPr>
            <p:ph type="tbl" idx="17" hasCustomPrompt="1"/>
          </p:nvPr>
        </p:nvSpPr>
        <p:spPr>
          <a:xfrm>
            <a:off x="711200" y="6400800"/>
            <a:ext cx="9067800" cy="3378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10" name="note"/>
          <p:cNvSpPr>
            <a:spLocks noGrp="1"/>
          </p:cNvSpPr>
          <p:nvPr>
            <p:ph type="body" idx="18" hasCustomPrompt="1"/>
          </p:nvPr>
        </p:nvSpPr>
        <p:spPr>
          <a:xfrm>
            <a:off x="9956800" y="64008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11200" y="711200"/>
            <a:ext cx="136906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/>
          <a:p>
            <a:r>
              <a:rPr lang="ru-RU"/>
              <a:t>Заголовок слайда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/>
          <a:p>
            <a:r>
              <a:rPr lang="ru-RU"/>
              <a:t>Абзац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txStyles>
    <p:titleStyle>
      <a:lvl1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1pPr>
      <a:lvl2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2pPr>
      <a:lvl3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3pPr>
      <a:lvl4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4pPr>
      <a:lvl5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5pPr>
      <a:lvl6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6pPr>
      <a:lvl7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7pPr>
      <a:lvl8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8pPr>
      <a:lvl9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9pPr>
    </p:titleStyle>
    <p:bodyStyle>
      <a:lvl1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1pPr>
      <a:lvl2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2pPr>
      <a:lvl3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3pPr>
      <a:lvl4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4pPr>
      <a:lvl5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5pPr>
      <a:lvl6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6pPr>
      <a:lvl7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7pPr>
      <a:lvl8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8pPr>
      <a:lvl9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9pPr>
    </p:bodyStyle>
    <p:otherStyle>
      <a:defPPr>
        <a:defRPr lang="ru-RU"/>
      </a:defPPr>
      <a:lvl1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1pPr>
      <a:lvl2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2pPr>
      <a:lvl3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3pPr>
      <a:lvl4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4pPr>
      <a:lvl5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5pPr>
      <a:lvl6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6pPr>
      <a:lvl7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7pPr>
      <a:lvl8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8pPr>
      <a:lvl9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1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Школы, сады и медицина в 10 минутах пешком</a:t>
            </a:r>
          </a:p>
          <a:p>
            <a:pPr lvl="1"/>
            <a:r>
              <a:rPr lang="ru-RU"/>
              <a:t>От границы проекта планировки в 10 минутах пешком 4 школы, 2 детских сада и 9 медицинских учреждений</a:t>
            </a:r>
          </a:p>
        </p:txBody>
      </p:sp>
      <p:graphicFrame>
        <p:nvGraphicFramePr>
          <p:cNvPr id="7" name="counts"/>
          <p:cNvGraphicFramePr>
            <a:graphicFrameLocks noGrp="1"/>
          </p:cNvGraphicFramePr>
          <p:nvPr>
            <p:ph type="tbl" idx="15"/>
          </p:nvPr>
        </p:nvGraphicFramePr>
        <p:xfrm>
          <a:off x="711200" y="5156200"/>
          <a:ext cx="4445000" cy="2133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33600"/>
                <a:gridCol w="1155700"/>
                <a:gridCol w="1155700"/>
              </a:tblGrid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Объекты</a:t>
                      </a:r>
                    </a:p>
                  </a:txBody>
                  <a:tcPr marL="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В 10 мин пешком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Ближайший, м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Школы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Детские сады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Медицинские учреждения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method"/>
          <p:cNvSpPr>
            <a:spLocks noGrp="1"/>
          </p:cNvSpPr>
          <p:nvPr>
            <p:ph type="body" idx="16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Изохрона: улицы, до которых от границы проекта планировки 10 минут пешком по графу улиц OpenStreetMap при 4,8 км/ч. Объекты — OpenStreetMap и Overture Places, выпуск Overture 2026-09-23.0.</a:t>
            </a:r>
          </a:p>
        </p:txBody>
      </p:sp>
      <p:pic>
        <p:nvPicPr>
          <p:cNvPr id="10" name="image_1" descr="k1-analysis.png"/>
          <p:cNvPicPr>
            <a:picLocks noGrp="1" noChangeAspect="1"/>
          </p:cNvPicPr>
          <p:nvPr>
            <p:ph type="pic" idx="18"/>
          </p:nvPr>
        </p:nvPicPr>
        <p:blipFill>
          <a:blip r:embed="rId2"/>
          <a:srcRect/>
          <a:stretch>
            <a:fillRect/>
          </a:stretch>
        </p:blipFill>
        <p:spPr>
          <a:xfrm>
            <a:off x="5334000" y="2133600"/>
            <a:ext cx="9067479" cy="6756400"/>
          </a:xfrm>
        </p:spPr>
      </p:pic>
      <p:sp>
        <p:nvSpPr>
          <p:cNvPr id="11" name="caption_1"/>
          <p:cNvSpPr>
            <a:spLocks noGrp="1"/>
          </p:cNvSpPr>
          <p:nvPr>
            <p:ph type="body" idx="19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Объекты счета внутри изохроны</a:t>
            </a:r>
          </a:p>
          <a:p>
            <a:pPr/>
            <a:r>
              <a:rPr lang="ru-RU"/>
              <a:t>Карта, справочные данные, OpenStreetMap через Overture Maps 2026-09-23.0, ODbL 1.0, 09.2026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синтетический образец: проект планировки, чертеж красных линий; расчет картографа по графу OpenStreetMap через Overture Maps 2026-09-23.0, ODbL 1.0; OpenStreetMap через Overture Maps 2026-09-23.0, ODbL 1.0; Overture Maps Places 2026-09-23.0, CDLA-Permissive-2.0; подложка: OpenStreetMap через Overture Maps 2026-09-23.0, ODbL 1.0, 23.09.2026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1/3</a:t>
            </a:r>
          </a:p>
        </p:txBody>
      </p:sp>
      <p:grpSp>
        <p:nvGrpSpPr>
          <p:cNvPr id="24" name="legend:overlay"/>
          <p:cNvGrpSpPr/>
          <p:nvPr/>
        </p:nvGrpSpPr>
        <p:grpSpPr>
          <a:xfrm>
            <a:off x="711200" y="7467600"/>
            <a:ext cx="4445000" cy="1422400"/>
            <a:chOff x="711200" y="7467600"/>
            <a:chExt cx="4445000" cy="1422400"/>
          </a:xfrm>
        </p:grpSpPr>
        <p:sp>
          <p:nvSpPr>
            <p:cNvPr id="14" name="legend:overlay:legend:swatch-point_1"/>
            <p:cNvSpPr/>
            <p:nvPr/>
          </p:nvSpPr>
          <p:spPr>
            <a:xfrm>
              <a:off x="774700" y="78232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5" name="legend:overlay:legend:label-point_1"/>
            <p:cNvSpPr txBox="1"/>
            <p:nvPr/>
          </p:nvSpPr>
          <p:spPr>
            <a:xfrm>
              <a:off x="1003300" y="7785100"/>
              <a:ext cx="44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b">
              <a:noAutofit/>
            </a:bodyPr>
            <a:lstStyle/>
            <a:p>
              <a:pPr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Школы</a:t>
              </a:r>
            </a:p>
          </p:txBody>
        </p:sp>
        <p:sp>
          <p:nvSpPr>
            <p:cNvPr id="16" name="legend:overlay:legend:swatch-point_2"/>
            <p:cNvSpPr/>
            <p:nvPr/>
          </p:nvSpPr>
          <p:spPr>
            <a:xfrm>
              <a:off x="774700" y="80645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7" name="legend:overlay:legend:label-point_2"/>
            <p:cNvSpPr txBox="1"/>
            <p:nvPr/>
          </p:nvSpPr>
          <p:spPr>
            <a:xfrm>
              <a:off x="1003300" y="8013700"/>
              <a:ext cx="838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b">
              <a:noAutofit/>
            </a:bodyPr>
            <a:lstStyle/>
            <a:p>
              <a:pPr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Детские сады</a:t>
              </a:r>
            </a:p>
          </p:txBody>
        </p:sp>
        <p:sp>
          <p:nvSpPr>
            <p:cNvPr id="18" name="legend:overlay:legend:swatch-point_3"/>
            <p:cNvSpPr/>
            <p:nvPr/>
          </p:nvSpPr>
          <p:spPr>
            <a:xfrm>
              <a:off x="787400" y="82931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9" name="legend:overlay:legend:label-point_3"/>
            <p:cNvSpPr txBox="1"/>
            <p:nvPr/>
          </p:nvSpPr>
          <p:spPr>
            <a:xfrm>
              <a:off x="1003300" y="8242300"/>
              <a:ext cx="16510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b">
              <a:noAutofit/>
            </a:bodyPr>
            <a:lstStyle/>
            <a:p>
              <a:pPr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Медицинские учреждения</a:t>
              </a:r>
            </a:p>
          </p:txBody>
        </p:sp>
        <p:sp>
          <p:nvSpPr>
            <p:cNvPr id="20" name="legend:overlay:legend:swatch-reach_walk"/>
            <p:cNvSpPr/>
            <p:nvPr/>
          </p:nvSpPr>
          <p:spPr>
            <a:xfrm>
              <a:off x="711200" y="84963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1000"/>
                  </a:moveTo>
                  <a:lnTo>
                    <a:pt x="216000" y="1000"/>
                  </a:lnTo>
                  <a:lnTo>
                    <a:pt x="216000" y="145000"/>
                  </a:lnTo>
                  <a:lnTo>
                    <a:pt x="0" y="14500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21" name="legend:overlay:legend:label-reach_walk"/>
            <p:cNvSpPr txBox="1"/>
            <p:nvPr/>
          </p:nvSpPr>
          <p:spPr>
            <a:xfrm>
              <a:off x="1003300" y="8483600"/>
              <a:ext cx="31623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b">
              <a:noAutofit/>
            </a:bodyPr>
            <a:lstStyle/>
            <a:p>
              <a:pPr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10 минут пешком от границы проекта планировки</a:t>
              </a:r>
            </a:p>
          </p:txBody>
        </p:sp>
        <p:sp>
          <p:nvSpPr>
            <p:cNvPr id="22" name="legend:overlay:legend:swatch-territory"/>
            <p:cNvSpPr/>
            <p:nvPr/>
          </p:nvSpPr>
          <p:spPr>
            <a:xfrm>
              <a:off x="711200" y="87249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4200"/>
                  </a:moveTo>
                  <a:lnTo>
                    <a:pt x="216000" y="4200"/>
                  </a:lnTo>
                  <a:lnTo>
                    <a:pt x="216000" y="148200"/>
                  </a:lnTo>
                  <a:lnTo>
                    <a:pt x="0" y="14820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3" name="legend:overlay:legend:label-territory"/>
            <p:cNvSpPr txBox="1"/>
            <p:nvPr/>
          </p:nvSpPr>
          <p:spPr>
            <a:xfrm>
              <a:off x="1003300" y="8712200"/>
              <a:ext cx="1854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b">
              <a:noAutofit/>
            </a:bodyPr>
            <a:lstStyle/>
            <a:p>
              <a:pPr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Граница проекта планировки</a:t>
              </a:r>
            </a:p>
          </p:txBody>
        </p:sp>
      </p:grpSp>
      <p:grpSp>
        <p:nvGrpSpPr>
          <p:cNvPr id="64" name="image_1:overlay"/>
          <p:cNvGrpSpPr/>
          <p:nvPr/>
        </p:nvGrpSpPr>
        <p:grpSpPr>
          <a:xfrm>
            <a:off x="5334000" y="2133600"/>
            <a:ext cx="9067800" cy="6756400"/>
            <a:chOff x="5334000" y="2133600"/>
            <a:chExt cx="9067800" cy="6756400"/>
          </a:xfrm>
        </p:grpSpPr>
        <p:grpSp>
          <p:nvGrpSpPr>
            <p:cNvPr id="26" name="image_1:overlay:territory"/>
            <p:cNvGrpSpPr/>
            <p:nvPr/>
          </p:nvGrpSpPr>
          <p:grpSpPr>
            <a:xfrm>
              <a:off x="8280400" y="4114800"/>
              <a:ext cx="2832100" cy="2146300"/>
              <a:chOff x="8280400" y="4114800"/>
              <a:chExt cx="2832100" cy="2146300"/>
            </a:xfrm>
          </p:grpSpPr>
          <p:sp>
            <p:nvSpPr>
              <p:cNvPr id="25" name="image_1:overlay:territory:boundary_planning:ga9cdffac6b20"/>
              <p:cNvSpPr/>
              <p:nvPr/>
            </p:nvSpPr>
            <p:spPr>
              <a:xfrm>
                <a:off x="8280400" y="4114800"/>
                <a:ext cx="2832100" cy="2146300"/>
              </a:xfrm>
              <a:custGeom>
                <a:avLst/>
                <a:gdLst/>
                <a:ahLst/>
                <a:cxnLst/>
                <a:rect l="0" t="0" r="r" b="b"/>
                <a:pathLst>
                  <a:path w="2832100" h="2146300" fill="none">
                    <a:moveTo>
                      <a:pt x="1384400" y="2145480"/>
                    </a:moveTo>
                    <a:lnTo>
                      <a:pt x="2802440" y="1341240"/>
                    </a:lnTo>
                    <a:lnTo>
                      <a:pt x="2825120" y="1218120"/>
                    </a:lnTo>
                    <a:lnTo>
                      <a:pt x="2206280" y="637440"/>
                    </a:lnTo>
                    <a:lnTo>
                      <a:pt x="1517600" y="5280"/>
                    </a:lnTo>
                    <a:lnTo>
                      <a:pt x="3080" y="860640"/>
                    </a:lnTo>
                    <a:close/>
                  </a:path>
                </a:pathLst>
              </a:custGeom>
              <a:noFill/>
              <a:ln w="252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28" name="image_1:overlay:reach_walk"/>
            <p:cNvGrpSpPr/>
            <p:nvPr/>
          </p:nvGrpSpPr>
          <p:grpSpPr>
            <a:xfrm>
              <a:off x="6477000" y="2324100"/>
              <a:ext cx="6781800" cy="6375400"/>
              <a:chOff x="6477000" y="2324100"/>
              <a:chExt cx="6781800" cy="6375400"/>
            </a:xfrm>
          </p:grpSpPr>
          <p:sp>
            <p:nvSpPr>
              <p:cNvPr id="27" name="image_1:overlay:reach_walk:isochrones:walk-10-boundary_planning-ga9cdffac6b20"/>
              <p:cNvSpPr/>
              <p:nvPr/>
            </p:nvSpPr>
            <p:spPr>
              <a:xfrm>
                <a:off x="6477000" y="2324100"/>
                <a:ext cx="6781800" cy="6375400"/>
              </a:xfrm>
              <a:custGeom>
                <a:avLst/>
                <a:gdLst/>
                <a:ahLst/>
                <a:cxnLst/>
                <a:rect l="0" t="0" r="r" b="b"/>
                <a:pathLst>
                  <a:path w="6781800" h="6375400" fill="none">
                    <a:moveTo>
                      <a:pt x="36360" y="1929540"/>
                    </a:moveTo>
                    <a:lnTo>
                      <a:pt x="43560" y="1975980"/>
                    </a:lnTo>
                    <a:lnTo>
                      <a:pt x="69840" y="2019900"/>
                    </a:lnTo>
                    <a:lnTo>
                      <a:pt x="88920" y="2037180"/>
                    </a:lnTo>
                    <a:lnTo>
                      <a:pt x="110880" y="2050140"/>
                    </a:lnTo>
                    <a:lnTo>
                      <a:pt x="160560" y="2062740"/>
                    </a:lnTo>
                    <a:lnTo>
                      <a:pt x="186120" y="2061300"/>
                    </a:lnTo>
                    <a:lnTo>
                      <a:pt x="220680" y="2050500"/>
                    </a:lnTo>
                    <a:lnTo>
                      <a:pt x="567000" y="2294220"/>
                    </a:lnTo>
                    <a:lnTo>
                      <a:pt x="375480" y="2676900"/>
                    </a:lnTo>
                    <a:lnTo>
                      <a:pt x="331200" y="2684100"/>
                    </a:lnTo>
                    <a:lnTo>
                      <a:pt x="287640" y="2710740"/>
                    </a:lnTo>
                    <a:lnTo>
                      <a:pt x="270360" y="2729820"/>
                    </a:lnTo>
                    <a:lnTo>
                      <a:pt x="248760" y="2775900"/>
                    </a:lnTo>
                    <a:lnTo>
                      <a:pt x="246600" y="2827020"/>
                    </a:lnTo>
                    <a:lnTo>
                      <a:pt x="252720" y="2851860"/>
                    </a:lnTo>
                    <a:lnTo>
                      <a:pt x="280080" y="2896500"/>
                    </a:lnTo>
                    <a:lnTo>
                      <a:pt x="286560" y="2943300"/>
                    </a:lnTo>
                    <a:lnTo>
                      <a:pt x="297000" y="2966700"/>
                    </a:lnTo>
                    <a:lnTo>
                      <a:pt x="330840" y="3005220"/>
                    </a:lnTo>
                    <a:lnTo>
                      <a:pt x="376560" y="3027900"/>
                    </a:lnTo>
                    <a:lnTo>
                      <a:pt x="427320" y="3031500"/>
                    </a:lnTo>
                    <a:lnTo>
                      <a:pt x="492480" y="3010260"/>
                    </a:lnTo>
                    <a:lnTo>
                      <a:pt x="531720" y="2977500"/>
                    </a:lnTo>
                    <a:lnTo>
                      <a:pt x="555120" y="2932140"/>
                    </a:lnTo>
                    <a:lnTo>
                      <a:pt x="559800" y="2894340"/>
                    </a:lnTo>
                    <a:lnTo>
                      <a:pt x="787680" y="2438220"/>
                    </a:lnTo>
                    <a:lnTo>
                      <a:pt x="1017720" y="2584380"/>
                    </a:lnTo>
                    <a:lnTo>
                      <a:pt x="987840" y="2613180"/>
                    </a:lnTo>
                    <a:lnTo>
                      <a:pt x="974880" y="2635140"/>
                    </a:lnTo>
                    <a:lnTo>
                      <a:pt x="966240" y="2659260"/>
                    </a:lnTo>
                    <a:lnTo>
                      <a:pt x="963720" y="2710380"/>
                    </a:lnTo>
                    <a:lnTo>
                      <a:pt x="969840" y="2735220"/>
                    </a:lnTo>
                    <a:lnTo>
                      <a:pt x="996480" y="2778780"/>
                    </a:lnTo>
                    <a:lnTo>
                      <a:pt x="1015200" y="2796060"/>
                    </a:lnTo>
                    <a:lnTo>
                      <a:pt x="1056960" y="2818380"/>
                    </a:lnTo>
                    <a:lnTo>
                      <a:pt x="834480" y="3291780"/>
                    </a:lnTo>
                    <a:lnTo>
                      <a:pt x="755280" y="3252900"/>
                    </a:lnTo>
                    <a:lnTo>
                      <a:pt x="748800" y="3229500"/>
                    </a:lnTo>
                    <a:lnTo>
                      <a:pt x="749880" y="3176220"/>
                    </a:lnTo>
                    <a:lnTo>
                      <a:pt x="744120" y="3151380"/>
                    </a:lnTo>
                    <a:lnTo>
                      <a:pt x="718560" y="3107100"/>
                    </a:lnTo>
                    <a:lnTo>
                      <a:pt x="678240" y="3075780"/>
                    </a:lnTo>
                    <a:lnTo>
                      <a:pt x="628920" y="3062460"/>
                    </a:lnTo>
                    <a:lnTo>
                      <a:pt x="578160" y="3068940"/>
                    </a:lnTo>
                    <a:lnTo>
                      <a:pt x="554760" y="3079740"/>
                    </a:lnTo>
                    <a:lnTo>
                      <a:pt x="460440" y="3141660"/>
                    </a:lnTo>
                    <a:lnTo>
                      <a:pt x="419400" y="3198180"/>
                    </a:lnTo>
                    <a:lnTo>
                      <a:pt x="408960" y="3232740"/>
                    </a:lnTo>
                    <a:lnTo>
                      <a:pt x="381960" y="3280620"/>
                    </a:lnTo>
                    <a:lnTo>
                      <a:pt x="369360" y="3348660"/>
                    </a:lnTo>
                    <a:lnTo>
                      <a:pt x="377280" y="3445860"/>
                    </a:lnTo>
                    <a:lnTo>
                      <a:pt x="394200" y="3505260"/>
                    </a:lnTo>
                    <a:lnTo>
                      <a:pt x="425160" y="3545940"/>
                    </a:lnTo>
                    <a:lnTo>
                      <a:pt x="445680" y="3561060"/>
                    </a:lnTo>
                    <a:lnTo>
                      <a:pt x="493920" y="3577980"/>
                    </a:lnTo>
                    <a:lnTo>
                      <a:pt x="545040" y="3575100"/>
                    </a:lnTo>
                    <a:lnTo>
                      <a:pt x="591120" y="3552780"/>
                    </a:lnTo>
                    <a:lnTo>
                      <a:pt x="653760" y="3494820"/>
                    </a:lnTo>
                    <a:lnTo>
                      <a:pt x="723240" y="3529020"/>
                    </a:lnTo>
                    <a:lnTo>
                      <a:pt x="571680" y="3858060"/>
                    </a:lnTo>
                    <a:lnTo>
                      <a:pt x="569520" y="3908820"/>
                    </a:lnTo>
                    <a:lnTo>
                      <a:pt x="586800" y="3957060"/>
                    </a:lnTo>
                    <a:lnTo>
                      <a:pt x="602280" y="3977580"/>
                    </a:lnTo>
                    <a:lnTo>
                      <a:pt x="643320" y="4007820"/>
                    </a:lnTo>
                    <a:lnTo>
                      <a:pt x="693000" y="4020060"/>
                    </a:lnTo>
                    <a:lnTo>
                      <a:pt x="743400" y="4012500"/>
                    </a:lnTo>
                    <a:lnTo>
                      <a:pt x="787320" y="3985860"/>
                    </a:lnTo>
                    <a:lnTo>
                      <a:pt x="817560" y="3944820"/>
                    </a:lnTo>
                    <a:lnTo>
                      <a:pt x="959760" y="3640980"/>
                    </a:lnTo>
                    <a:lnTo>
                      <a:pt x="1779120" y="4023660"/>
                    </a:lnTo>
                    <a:lnTo>
                      <a:pt x="1630080" y="4370340"/>
                    </a:lnTo>
                    <a:lnTo>
                      <a:pt x="1548000" y="4333620"/>
                    </a:lnTo>
                    <a:lnTo>
                      <a:pt x="1629360" y="4162980"/>
                    </a:lnTo>
                    <a:lnTo>
                      <a:pt x="1632600" y="4112220"/>
                    </a:lnTo>
                    <a:lnTo>
                      <a:pt x="1626840" y="4087020"/>
                    </a:lnTo>
                    <a:lnTo>
                      <a:pt x="1616400" y="4063620"/>
                    </a:lnTo>
                    <a:lnTo>
                      <a:pt x="1582560" y="4025460"/>
                    </a:lnTo>
                    <a:lnTo>
                      <a:pt x="1536840" y="4002780"/>
                    </a:lnTo>
                    <a:lnTo>
                      <a:pt x="1486080" y="3999180"/>
                    </a:lnTo>
                    <a:lnTo>
                      <a:pt x="1460880" y="4004940"/>
                    </a:lnTo>
                    <a:lnTo>
                      <a:pt x="1416600" y="4030500"/>
                    </a:lnTo>
                    <a:lnTo>
                      <a:pt x="1380240" y="4081980"/>
                    </a:lnTo>
                    <a:lnTo>
                      <a:pt x="1347840" y="4067580"/>
                    </a:lnTo>
                    <a:lnTo>
                      <a:pt x="1322280" y="4063260"/>
                    </a:lnTo>
                    <a:lnTo>
                      <a:pt x="1271880" y="4069740"/>
                    </a:lnTo>
                    <a:lnTo>
                      <a:pt x="1248480" y="4080540"/>
                    </a:lnTo>
                    <a:lnTo>
                      <a:pt x="1209960" y="4114020"/>
                    </a:lnTo>
                    <a:lnTo>
                      <a:pt x="1161360" y="4206180"/>
                    </a:lnTo>
                    <a:lnTo>
                      <a:pt x="1097640" y="4196460"/>
                    </a:lnTo>
                    <a:lnTo>
                      <a:pt x="1072440" y="4198980"/>
                    </a:lnTo>
                    <a:lnTo>
                      <a:pt x="1025280" y="4218780"/>
                    </a:lnTo>
                    <a:lnTo>
                      <a:pt x="1005480" y="4234980"/>
                    </a:lnTo>
                    <a:lnTo>
                      <a:pt x="989280" y="4255140"/>
                    </a:lnTo>
                    <a:lnTo>
                      <a:pt x="969840" y="4302300"/>
                    </a:lnTo>
                    <a:lnTo>
                      <a:pt x="970200" y="4353420"/>
                    </a:lnTo>
                    <a:lnTo>
                      <a:pt x="978120" y="4378980"/>
                    </a:lnTo>
                    <a:lnTo>
                      <a:pt x="947160" y="4396260"/>
                    </a:lnTo>
                    <a:lnTo>
                      <a:pt x="914040" y="4435140"/>
                    </a:lnTo>
                    <a:lnTo>
                      <a:pt x="903600" y="4458540"/>
                    </a:lnTo>
                    <a:lnTo>
                      <a:pt x="897480" y="4509300"/>
                    </a:lnTo>
                    <a:lnTo>
                      <a:pt x="911160" y="4558620"/>
                    </a:lnTo>
                    <a:lnTo>
                      <a:pt x="942840" y="4598580"/>
                    </a:lnTo>
                    <a:lnTo>
                      <a:pt x="963720" y="4613340"/>
                    </a:lnTo>
                    <a:lnTo>
                      <a:pt x="1018800" y="4634220"/>
                    </a:lnTo>
                    <a:lnTo>
                      <a:pt x="1004400" y="4691100"/>
                    </a:lnTo>
                    <a:lnTo>
                      <a:pt x="1009440" y="4742220"/>
                    </a:lnTo>
                    <a:lnTo>
                      <a:pt x="1033560" y="4787220"/>
                    </a:lnTo>
                    <a:lnTo>
                      <a:pt x="1073160" y="4819620"/>
                    </a:lnTo>
                    <a:lnTo>
                      <a:pt x="1121760" y="4834380"/>
                    </a:lnTo>
                    <a:lnTo>
                      <a:pt x="1147680" y="4834380"/>
                    </a:lnTo>
                    <a:lnTo>
                      <a:pt x="1196280" y="4819260"/>
                    </a:lnTo>
                    <a:lnTo>
                      <a:pt x="1235880" y="4786860"/>
                    </a:lnTo>
                    <a:lnTo>
                      <a:pt x="1250280" y="4765620"/>
                    </a:lnTo>
                    <a:lnTo>
                      <a:pt x="1267920" y="4715580"/>
                    </a:lnTo>
                    <a:lnTo>
                      <a:pt x="1444680" y="4773540"/>
                    </a:lnTo>
                    <a:lnTo>
                      <a:pt x="1229040" y="5189700"/>
                    </a:lnTo>
                    <a:lnTo>
                      <a:pt x="1196280" y="5226420"/>
                    </a:lnTo>
                    <a:lnTo>
                      <a:pt x="1185120" y="5249820"/>
                    </a:lnTo>
                    <a:lnTo>
                      <a:pt x="1177920" y="5300220"/>
                    </a:lnTo>
                    <a:lnTo>
                      <a:pt x="1190520" y="5349900"/>
                    </a:lnTo>
                    <a:lnTo>
                      <a:pt x="1203840" y="5371860"/>
                    </a:lnTo>
                    <a:lnTo>
                      <a:pt x="1245240" y="5416140"/>
                    </a:lnTo>
                    <a:lnTo>
                      <a:pt x="1291320" y="5437740"/>
                    </a:lnTo>
                    <a:lnTo>
                      <a:pt x="1316880" y="5441700"/>
                    </a:lnTo>
                    <a:lnTo>
                      <a:pt x="1366200" y="5434500"/>
                    </a:lnTo>
                    <a:lnTo>
                      <a:pt x="1936800" y="5520900"/>
                    </a:lnTo>
                    <a:lnTo>
                      <a:pt x="2038320" y="6045060"/>
                    </a:lnTo>
                    <a:lnTo>
                      <a:pt x="2045520" y="6069900"/>
                    </a:lnTo>
                    <a:lnTo>
                      <a:pt x="2073600" y="6112380"/>
                    </a:lnTo>
                    <a:lnTo>
                      <a:pt x="2116080" y="6140820"/>
                    </a:lnTo>
                    <a:lnTo>
                      <a:pt x="2166120" y="6151260"/>
                    </a:lnTo>
                    <a:lnTo>
                      <a:pt x="2216160" y="6141540"/>
                    </a:lnTo>
                    <a:lnTo>
                      <a:pt x="2259000" y="6113100"/>
                    </a:lnTo>
                    <a:lnTo>
                      <a:pt x="2287440" y="6070980"/>
                    </a:lnTo>
                    <a:lnTo>
                      <a:pt x="2297520" y="6020940"/>
                    </a:lnTo>
                    <a:lnTo>
                      <a:pt x="2268720" y="5857500"/>
                    </a:lnTo>
                    <a:lnTo>
                      <a:pt x="2294640" y="5894220"/>
                    </a:lnTo>
                    <a:lnTo>
                      <a:pt x="2314800" y="5910060"/>
                    </a:lnTo>
                    <a:lnTo>
                      <a:pt x="2337480" y="5921940"/>
                    </a:lnTo>
                    <a:lnTo>
                      <a:pt x="2387880" y="5930940"/>
                    </a:lnTo>
                    <a:lnTo>
                      <a:pt x="2437560" y="5920140"/>
                    </a:lnTo>
                    <a:lnTo>
                      <a:pt x="2460240" y="5907900"/>
                    </a:lnTo>
                    <a:lnTo>
                      <a:pt x="2495520" y="5871180"/>
                    </a:lnTo>
                    <a:lnTo>
                      <a:pt x="2514600" y="5823660"/>
                    </a:lnTo>
                    <a:lnTo>
                      <a:pt x="2516400" y="5798100"/>
                    </a:lnTo>
                    <a:lnTo>
                      <a:pt x="2477880" y="5606580"/>
                    </a:lnTo>
                    <a:lnTo>
                      <a:pt x="2727720" y="5644740"/>
                    </a:lnTo>
                    <a:lnTo>
                      <a:pt x="2745000" y="5915100"/>
                    </a:lnTo>
                    <a:lnTo>
                      <a:pt x="2629440" y="5934180"/>
                    </a:lnTo>
                    <a:lnTo>
                      <a:pt x="2585520" y="5960460"/>
                    </a:lnTo>
                    <a:lnTo>
                      <a:pt x="2554920" y="6001140"/>
                    </a:lnTo>
                    <a:lnTo>
                      <a:pt x="2546280" y="6025260"/>
                    </a:lnTo>
                    <a:lnTo>
                      <a:pt x="2543400" y="6076380"/>
                    </a:lnTo>
                    <a:lnTo>
                      <a:pt x="2560680" y="6124620"/>
                    </a:lnTo>
                    <a:lnTo>
                      <a:pt x="2594880" y="6162420"/>
                    </a:lnTo>
                    <a:lnTo>
                      <a:pt x="2616840" y="6175740"/>
                    </a:lnTo>
                    <a:lnTo>
                      <a:pt x="2666160" y="6188340"/>
                    </a:lnTo>
                    <a:lnTo>
                      <a:pt x="2775960" y="6175020"/>
                    </a:lnTo>
                    <a:lnTo>
                      <a:pt x="2797200" y="6283380"/>
                    </a:lnTo>
                    <a:lnTo>
                      <a:pt x="2808720" y="6306420"/>
                    </a:lnTo>
                    <a:lnTo>
                      <a:pt x="2844000" y="6343140"/>
                    </a:lnTo>
                    <a:lnTo>
                      <a:pt x="2890440" y="6364020"/>
                    </a:lnTo>
                    <a:lnTo>
                      <a:pt x="2916000" y="6367260"/>
                    </a:lnTo>
                    <a:lnTo>
                      <a:pt x="2966400" y="6358620"/>
                    </a:lnTo>
                    <a:lnTo>
                      <a:pt x="2989440" y="6347100"/>
                    </a:lnTo>
                    <a:lnTo>
                      <a:pt x="3026160" y="6311820"/>
                    </a:lnTo>
                    <a:lnTo>
                      <a:pt x="3047040" y="6265020"/>
                    </a:lnTo>
                    <a:lnTo>
                      <a:pt x="3048480" y="6213900"/>
                    </a:lnTo>
                    <a:lnTo>
                      <a:pt x="3034800" y="6136140"/>
                    </a:lnTo>
                    <a:lnTo>
                      <a:pt x="3112920" y="6123900"/>
                    </a:lnTo>
                    <a:lnTo>
                      <a:pt x="3147840" y="6112740"/>
                    </a:lnTo>
                    <a:lnTo>
                      <a:pt x="3231720" y="6105540"/>
                    </a:lnTo>
                    <a:lnTo>
                      <a:pt x="3236760" y="6178980"/>
                    </a:lnTo>
                    <a:lnTo>
                      <a:pt x="3245040" y="6203100"/>
                    </a:lnTo>
                    <a:lnTo>
                      <a:pt x="3258000" y="6225420"/>
                    </a:lnTo>
                    <a:lnTo>
                      <a:pt x="3295440" y="6260340"/>
                    </a:lnTo>
                    <a:lnTo>
                      <a:pt x="3318480" y="6271500"/>
                    </a:lnTo>
                    <a:lnTo>
                      <a:pt x="3368880" y="6279780"/>
                    </a:lnTo>
                    <a:lnTo>
                      <a:pt x="3418560" y="6268260"/>
                    </a:lnTo>
                    <a:lnTo>
                      <a:pt x="3459960" y="6238380"/>
                    </a:lnTo>
                    <a:lnTo>
                      <a:pt x="3486960" y="6194820"/>
                    </a:lnTo>
                    <a:lnTo>
                      <a:pt x="3495240" y="6144420"/>
                    </a:lnTo>
                    <a:lnTo>
                      <a:pt x="3492360" y="6067380"/>
                    </a:lnTo>
                    <a:lnTo>
                      <a:pt x="3569040" y="6057300"/>
                    </a:lnTo>
                    <a:lnTo>
                      <a:pt x="3617280" y="6040740"/>
                    </a:lnTo>
                    <a:lnTo>
                      <a:pt x="3655440" y="6006900"/>
                    </a:lnTo>
                    <a:lnTo>
                      <a:pt x="3678120" y="5960820"/>
                    </a:lnTo>
                    <a:lnTo>
                      <a:pt x="3681360" y="5910060"/>
                    </a:lnTo>
                    <a:lnTo>
                      <a:pt x="3664800" y="5861460"/>
                    </a:lnTo>
                    <a:lnTo>
                      <a:pt x="3649680" y="5840940"/>
                    </a:lnTo>
                    <a:lnTo>
                      <a:pt x="3630960" y="5823300"/>
                    </a:lnTo>
                    <a:lnTo>
                      <a:pt x="3584880" y="5800980"/>
                    </a:lnTo>
                    <a:lnTo>
                      <a:pt x="3559680" y="5796660"/>
                    </a:lnTo>
                    <a:lnTo>
                      <a:pt x="3506400" y="5801340"/>
                    </a:lnTo>
                    <a:lnTo>
                      <a:pt x="3509640" y="5771820"/>
                    </a:lnTo>
                    <a:lnTo>
                      <a:pt x="3713040" y="5798820"/>
                    </a:lnTo>
                    <a:lnTo>
                      <a:pt x="3720960" y="5833380"/>
                    </a:lnTo>
                    <a:lnTo>
                      <a:pt x="3732840" y="5856060"/>
                    </a:lnTo>
                    <a:lnTo>
                      <a:pt x="3785760" y="5912580"/>
                    </a:lnTo>
                    <a:lnTo>
                      <a:pt x="3831480" y="5935620"/>
                    </a:lnTo>
                    <a:lnTo>
                      <a:pt x="3894840" y="5949660"/>
                    </a:lnTo>
                    <a:lnTo>
                      <a:pt x="3945960" y="5949660"/>
                    </a:lnTo>
                    <a:lnTo>
                      <a:pt x="3970440" y="5942100"/>
                    </a:lnTo>
                    <a:lnTo>
                      <a:pt x="4012920" y="5913660"/>
                    </a:lnTo>
                    <a:lnTo>
                      <a:pt x="4037760" y="5877300"/>
                    </a:lnTo>
                    <a:lnTo>
                      <a:pt x="4077000" y="5866140"/>
                    </a:lnTo>
                    <a:lnTo>
                      <a:pt x="4117680" y="5835540"/>
                    </a:lnTo>
                    <a:lnTo>
                      <a:pt x="4143600" y="5791260"/>
                    </a:lnTo>
                    <a:lnTo>
                      <a:pt x="4150800" y="5740860"/>
                    </a:lnTo>
                    <a:lnTo>
                      <a:pt x="4138200" y="5691540"/>
                    </a:lnTo>
                    <a:lnTo>
                      <a:pt x="4124880" y="5669580"/>
                    </a:lnTo>
                    <a:lnTo>
                      <a:pt x="4093200" y="5640060"/>
                    </a:lnTo>
                    <a:lnTo>
                      <a:pt x="4304160" y="5215980"/>
                    </a:lnTo>
                    <a:lnTo>
                      <a:pt x="4465800" y="5290860"/>
                    </a:lnTo>
                    <a:lnTo>
                      <a:pt x="4426200" y="5316780"/>
                    </a:lnTo>
                    <a:lnTo>
                      <a:pt x="4394520" y="5350260"/>
                    </a:lnTo>
                    <a:lnTo>
                      <a:pt x="4373640" y="5396700"/>
                    </a:lnTo>
                    <a:lnTo>
                      <a:pt x="4372200" y="5447820"/>
                    </a:lnTo>
                    <a:lnTo>
                      <a:pt x="4379040" y="5472660"/>
                    </a:lnTo>
                    <a:lnTo>
                      <a:pt x="4406400" y="5515860"/>
                    </a:lnTo>
                    <a:lnTo>
                      <a:pt x="4447800" y="5545380"/>
                    </a:lnTo>
                    <a:lnTo>
                      <a:pt x="4497840" y="5556540"/>
                    </a:lnTo>
                    <a:lnTo>
                      <a:pt x="4564080" y="5546460"/>
                    </a:lnTo>
                    <a:lnTo>
                      <a:pt x="4646880" y="5493180"/>
                    </a:lnTo>
                    <a:lnTo>
                      <a:pt x="4698360" y="5484900"/>
                    </a:lnTo>
                    <a:lnTo>
                      <a:pt x="4743360" y="5469060"/>
                    </a:lnTo>
                    <a:lnTo>
                      <a:pt x="4779000" y="5438100"/>
                    </a:lnTo>
                    <a:lnTo>
                      <a:pt x="4844160" y="5469060"/>
                    </a:lnTo>
                    <a:lnTo>
                      <a:pt x="4873320" y="5502900"/>
                    </a:lnTo>
                    <a:lnTo>
                      <a:pt x="4894920" y="5516940"/>
                    </a:lnTo>
                    <a:lnTo>
                      <a:pt x="4943880" y="5531340"/>
                    </a:lnTo>
                    <a:lnTo>
                      <a:pt x="4994640" y="5525580"/>
                    </a:lnTo>
                    <a:lnTo>
                      <a:pt x="5047200" y="5498580"/>
                    </a:lnTo>
                    <a:lnTo>
                      <a:pt x="5086080" y="5460060"/>
                    </a:lnTo>
                    <a:lnTo>
                      <a:pt x="5121720" y="5457900"/>
                    </a:lnTo>
                    <a:lnTo>
                      <a:pt x="5213160" y="5426940"/>
                    </a:lnTo>
                    <a:lnTo>
                      <a:pt x="5250600" y="5392740"/>
                    </a:lnTo>
                    <a:lnTo>
                      <a:pt x="5265360" y="5366460"/>
                    </a:lnTo>
                    <a:lnTo>
                      <a:pt x="5320440" y="5390580"/>
                    </a:lnTo>
                    <a:lnTo>
                      <a:pt x="5346000" y="5394540"/>
                    </a:lnTo>
                    <a:lnTo>
                      <a:pt x="5371560" y="5393820"/>
                    </a:lnTo>
                    <a:lnTo>
                      <a:pt x="5410800" y="5381220"/>
                    </a:lnTo>
                    <a:lnTo>
                      <a:pt x="5461560" y="5393820"/>
                    </a:lnTo>
                    <a:lnTo>
                      <a:pt x="5493960" y="5390580"/>
                    </a:lnTo>
                    <a:lnTo>
                      <a:pt x="5510160" y="5414340"/>
                    </a:lnTo>
                    <a:lnTo>
                      <a:pt x="5550120" y="5446020"/>
                    </a:lnTo>
                    <a:lnTo>
                      <a:pt x="5599440" y="5459700"/>
                    </a:lnTo>
                    <a:lnTo>
                      <a:pt x="5650200" y="5453580"/>
                    </a:lnTo>
                    <a:lnTo>
                      <a:pt x="5694480" y="5428740"/>
                    </a:lnTo>
                    <a:lnTo>
                      <a:pt x="5712480" y="5410020"/>
                    </a:lnTo>
                    <a:lnTo>
                      <a:pt x="5850000" y="5145420"/>
                    </a:lnTo>
                    <a:lnTo>
                      <a:pt x="5983920" y="5294820"/>
                    </a:lnTo>
                    <a:lnTo>
                      <a:pt x="5995440" y="5320020"/>
                    </a:lnTo>
                    <a:lnTo>
                      <a:pt x="6030000" y="5357820"/>
                    </a:lnTo>
                    <a:lnTo>
                      <a:pt x="6076080" y="5379780"/>
                    </a:lnTo>
                    <a:lnTo>
                      <a:pt x="6101640" y="5383380"/>
                    </a:lnTo>
                    <a:lnTo>
                      <a:pt x="6152040" y="5375820"/>
                    </a:lnTo>
                    <a:lnTo>
                      <a:pt x="6175080" y="5365020"/>
                    </a:lnTo>
                    <a:lnTo>
                      <a:pt x="6212880" y="5330460"/>
                    </a:lnTo>
                    <a:lnTo>
                      <a:pt x="6226200" y="5308500"/>
                    </a:lnTo>
                    <a:lnTo>
                      <a:pt x="6238440" y="5258820"/>
                    </a:lnTo>
                    <a:lnTo>
                      <a:pt x="6233040" y="5206980"/>
                    </a:lnTo>
                    <a:lnTo>
                      <a:pt x="6195240" y="5024820"/>
                    </a:lnTo>
                    <a:lnTo>
                      <a:pt x="6346800" y="4997820"/>
                    </a:lnTo>
                    <a:lnTo>
                      <a:pt x="6394320" y="4979100"/>
                    </a:lnTo>
                    <a:lnTo>
                      <a:pt x="6431040" y="4943460"/>
                    </a:lnTo>
                    <a:lnTo>
                      <a:pt x="6451560" y="4896660"/>
                    </a:lnTo>
                    <a:lnTo>
                      <a:pt x="6454440" y="4871460"/>
                    </a:lnTo>
                    <a:lnTo>
                      <a:pt x="6445440" y="4821060"/>
                    </a:lnTo>
                    <a:lnTo>
                      <a:pt x="6433920" y="4798020"/>
                    </a:lnTo>
                    <a:lnTo>
                      <a:pt x="6398640" y="4761300"/>
                    </a:lnTo>
                    <a:lnTo>
                      <a:pt x="6375960" y="4748700"/>
                    </a:lnTo>
                    <a:lnTo>
                      <a:pt x="6351840" y="4740780"/>
                    </a:lnTo>
                    <a:lnTo>
                      <a:pt x="6300720" y="4740060"/>
                    </a:lnTo>
                    <a:lnTo>
                      <a:pt x="6143040" y="4768140"/>
                    </a:lnTo>
                    <a:lnTo>
                      <a:pt x="6136200" y="4732860"/>
                    </a:lnTo>
                    <a:lnTo>
                      <a:pt x="6608520" y="4654380"/>
                    </a:lnTo>
                    <a:lnTo>
                      <a:pt x="6652080" y="4627380"/>
                    </a:lnTo>
                    <a:lnTo>
                      <a:pt x="6681960" y="4585980"/>
                    </a:lnTo>
                    <a:lnTo>
                      <a:pt x="6693840" y="4536300"/>
                    </a:lnTo>
                    <a:lnTo>
                      <a:pt x="6692400" y="4510740"/>
                    </a:lnTo>
                    <a:lnTo>
                      <a:pt x="6677280" y="4468260"/>
                    </a:lnTo>
                    <a:lnTo>
                      <a:pt x="6701400" y="4436940"/>
                    </a:lnTo>
                    <a:lnTo>
                      <a:pt x="6716520" y="4387980"/>
                    </a:lnTo>
                    <a:lnTo>
                      <a:pt x="6711840" y="4337220"/>
                    </a:lnTo>
                    <a:lnTo>
                      <a:pt x="6692040" y="4298340"/>
                    </a:lnTo>
                    <a:lnTo>
                      <a:pt x="6728760" y="4275300"/>
                    </a:lnTo>
                    <a:lnTo>
                      <a:pt x="6746040" y="4256220"/>
                    </a:lnTo>
                    <a:lnTo>
                      <a:pt x="6759360" y="4234260"/>
                    </a:lnTo>
                    <a:lnTo>
                      <a:pt x="6771960" y="4184940"/>
                    </a:lnTo>
                    <a:lnTo>
                      <a:pt x="6770520" y="4142100"/>
                    </a:lnTo>
                    <a:lnTo>
                      <a:pt x="6752520" y="4094220"/>
                    </a:lnTo>
                    <a:lnTo>
                      <a:pt x="6717600" y="4057140"/>
                    </a:lnTo>
                    <a:lnTo>
                      <a:pt x="6493320" y="3900180"/>
                    </a:lnTo>
                    <a:lnTo>
                      <a:pt x="6423840" y="3883620"/>
                    </a:lnTo>
                    <a:lnTo>
                      <a:pt x="6338520" y="3883620"/>
                    </a:lnTo>
                    <a:lnTo>
                      <a:pt x="6178680" y="3741420"/>
                    </a:lnTo>
                    <a:lnTo>
                      <a:pt x="5855400" y="3475020"/>
                    </a:lnTo>
                    <a:lnTo>
                      <a:pt x="5499720" y="3041580"/>
                    </a:lnTo>
                    <a:lnTo>
                      <a:pt x="5422320" y="2931780"/>
                    </a:lnTo>
                    <a:lnTo>
                      <a:pt x="6167880" y="3557820"/>
                    </a:lnTo>
                    <a:lnTo>
                      <a:pt x="6248520" y="3632340"/>
                    </a:lnTo>
                    <a:lnTo>
                      <a:pt x="6295680" y="3651420"/>
                    </a:lnTo>
                    <a:lnTo>
                      <a:pt x="6346800" y="3650340"/>
                    </a:lnTo>
                    <a:lnTo>
                      <a:pt x="6393960" y="3630180"/>
                    </a:lnTo>
                    <a:lnTo>
                      <a:pt x="6429240" y="3593460"/>
                    </a:lnTo>
                    <a:lnTo>
                      <a:pt x="6448320" y="3545940"/>
                    </a:lnTo>
                    <a:lnTo>
                      <a:pt x="6447240" y="3495180"/>
                    </a:lnTo>
                    <a:lnTo>
                      <a:pt x="6427080" y="3448020"/>
                    </a:lnTo>
                    <a:lnTo>
                      <a:pt x="6387120" y="3405900"/>
                    </a:lnTo>
                    <a:lnTo>
                      <a:pt x="6403320" y="3382140"/>
                    </a:lnTo>
                    <a:lnTo>
                      <a:pt x="6417000" y="3332820"/>
                    </a:lnTo>
                    <a:lnTo>
                      <a:pt x="6410880" y="3282060"/>
                    </a:lnTo>
                    <a:lnTo>
                      <a:pt x="6386040" y="3237780"/>
                    </a:lnTo>
                    <a:lnTo>
                      <a:pt x="6270480" y="3143460"/>
                    </a:lnTo>
                    <a:lnTo>
                      <a:pt x="5655240" y="2691300"/>
                    </a:lnTo>
                    <a:lnTo>
                      <a:pt x="5445000" y="2514900"/>
                    </a:lnTo>
                    <a:lnTo>
                      <a:pt x="5398920" y="2382780"/>
                    </a:lnTo>
                    <a:lnTo>
                      <a:pt x="5476320" y="2065620"/>
                    </a:lnTo>
                    <a:lnTo>
                      <a:pt x="5496120" y="1860060"/>
                    </a:lnTo>
                    <a:lnTo>
                      <a:pt x="5493240" y="1792740"/>
                    </a:lnTo>
                    <a:lnTo>
                      <a:pt x="5473800" y="1671060"/>
                    </a:lnTo>
                    <a:lnTo>
                      <a:pt x="5453640" y="1628220"/>
                    </a:lnTo>
                    <a:lnTo>
                      <a:pt x="5417280" y="1593300"/>
                    </a:lnTo>
                    <a:lnTo>
                      <a:pt x="5406480" y="1545420"/>
                    </a:lnTo>
                    <a:lnTo>
                      <a:pt x="5256360" y="1207380"/>
                    </a:lnTo>
                    <a:lnTo>
                      <a:pt x="5031720" y="653700"/>
                    </a:lnTo>
                    <a:lnTo>
                      <a:pt x="4993560" y="597900"/>
                    </a:lnTo>
                    <a:lnTo>
                      <a:pt x="4890960" y="337980"/>
                    </a:lnTo>
                    <a:lnTo>
                      <a:pt x="4862880" y="295500"/>
                    </a:lnTo>
                    <a:lnTo>
                      <a:pt x="4820400" y="266700"/>
                    </a:lnTo>
                    <a:lnTo>
                      <a:pt x="4795920" y="259140"/>
                    </a:lnTo>
                    <a:lnTo>
                      <a:pt x="4744800" y="259140"/>
                    </a:lnTo>
                    <a:lnTo>
                      <a:pt x="4697640" y="278220"/>
                    </a:lnTo>
                    <a:lnTo>
                      <a:pt x="4677840" y="294420"/>
                    </a:lnTo>
                    <a:lnTo>
                      <a:pt x="4649040" y="336900"/>
                    </a:lnTo>
                    <a:lnTo>
                      <a:pt x="4633560" y="377580"/>
                    </a:lnTo>
                    <a:lnTo>
                      <a:pt x="4627080" y="421860"/>
                    </a:lnTo>
                    <a:lnTo>
                      <a:pt x="4592880" y="429780"/>
                    </a:lnTo>
                    <a:lnTo>
                      <a:pt x="4570200" y="441660"/>
                    </a:lnTo>
                    <a:lnTo>
                      <a:pt x="4533840" y="477300"/>
                    </a:lnTo>
                    <a:lnTo>
                      <a:pt x="4513680" y="524100"/>
                    </a:lnTo>
                    <a:lnTo>
                      <a:pt x="4512960" y="575220"/>
                    </a:lnTo>
                    <a:lnTo>
                      <a:pt x="4532040" y="622740"/>
                    </a:lnTo>
                    <a:lnTo>
                      <a:pt x="4567680" y="659100"/>
                    </a:lnTo>
                    <a:lnTo>
                      <a:pt x="4672080" y="715260"/>
                    </a:lnTo>
                    <a:lnTo>
                      <a:pt x="4694760" y="721380"/>
                    </a:lnTo>
                    <a:lnTo>
                      <a:pt x="4762440" y="722820"/>
                    </a:lnTo>
                    <a:lnTo>
                      <a:pt x="4796640" y="770700"/>
                    </a:lnTo>
                    <a:lnTo>
                      <a:pt x="4993560" y="1255980"/>
                    </a:lnTo>
                    <a:lnTo>
                      <a:pt x="4980600" y="1284780"/>
                    </a:lnTo>
                    <a:lnTo>
                      <a:pt x="4946760" y="1235460"/>
                    </a:lnTo>
                    <a:lnTo>
                      <a:pt x="4902840" y="1208460"/>
                    </a:lnTo>
                    <a:lnTo>
                      <a:pt x="4877640" y="1202340"/>
                    </a:lnTo>
                    <a:lnTo>
                      <a:pt x="4826160" y="1204860"/>
                    </a:lnTo>
                    <a:lnTo>
                      <a:pt x="4691160" y="1266420"/>
                    </a:lnTo>
                    <a:lnTo>
                      <a:pt x="4665240" y="1201620"/>
                    </a:lnTo>
                    <a:lnTo>
                      <a:pt x="4684320" y="1170300"/>
                    </a:lnTo>
                    <a:lnTo>
                      <a:pt x="4691520" y="1145460"/>
                    </a:lnTo>
                    <a:lnTo>
                      <a:pt x="4691160" y="1094340"/>
                    </a:lnTo>
                    <a:lnTo>
                      <a:pt x="4683600" y="1069860"/>
                    </a:lnTo>
                    <a:lnTo>
                      <a:pt x="4654800" y="1027740"/>
                    </a:lnTo>
                    <a:lnTo>
                      <a:pt x="4634640" y="1011540"/>
                    </a:lnTo>
                    <a:lnTo>
                      <a:pt x="4583520" y="992100"/>
                    </a:lnTo>
                    <a:lnTo>
                      <a:pt x="4415400" y="549300"/>
                    </a:lnTo>
                    <a:lnTo>
                      <a:pt x="4438800" y="499260"/>
                    </a:lnTo>
                    <a:lnTo>
                      <a:pt x="4440240" y="448140"/>
                    </a:lnTo>
                    <a:lnTo>
                      <a:pt x="4422240" y="400620"/>
                    </a:lnTo>
                    <a:lnTo>
                      <a:pt x="4386960" y="363540"/>
                    </a:lnTo>
                    <a:lnTo>
                      <a:pt x="4364640" y="350580"/>
                    </a:lnTo>
                    <a:lnTo>
                      <a:pt x="4320360" y="340140"/>
                    </a:lnTo>
                    <a:lnTo>
                      <a:pt x="4282560" y="314580"/>
                    </a:lnTo>
                    <a:lnTo>
                      <a:pt x="4258080" y="307020"/>
                    </a:lnTo>
                    <a:lnTo>
                      <a:pt x="4219560" y="305220"/>
                    </a:lnTo>
                    <a:lnTo>
                      <a:pt x="4178880" y="287580"/>
                    </a:lnTo>
                    <a:lnTo>
                      <a:pt x="4153320" y="284340"/>
                    </a:lnTo>
                    <a:lnTo>
                      <a:pt x="4102920" y="292980"/>
                    </a:lnTo>
                    <a:lnTo>
                      <a:pt x="4059720" y="319980"/>
                    </a:lnTo>
                    <a:lnTo>
                      <a:pt x="4029840" y="361380"/>
                    </a:lnTo>
                    <a:lnTo>
                      <a:pt x="4018320" y="411420"/>
                    </a:lnTo>
                    <a:lnTo>
                      <a:pt x="4020120" y="436980"/>
                    </a:lnTo>
                    <a:lnTo>
                      <a:pt x="4037040" y="488100"/>
                    </a:lnTo>
                    <a:lnTo>
                      <a:pt x="3987720" y="508620"/>
                    </a:lnTo>
                    <a:lnTo>
                      <a:pt x="3967200" y="523740"/>
                    </a:lnTo>
                    <a:lnTo>
                      <a:pt x="3936960" y="565140"/>
                    </a:lnTo>
                    <a:lnTo>
                      <a:pt x="3924720" y="614460"/>
                    </a:lnTo>
                    <a:lnTo>
                      <a:pt x="3932280" y="665220"/>
                    </a:lnTo>
                    <a:lnTo>
                      <a:pt x="3958920" y="708780"/>
                    </a:lnTo>
                    <a:lnTo>
                      <a:pt x="3978000" y="726060"/>
                    </a:lnTo>
                    <a:lnTo>
                      <a:pt x="3999960" y="739020"/>
                    </a:lnTo>
                    <a:lnTo>
                      <a:pt x="4049640" y="751260"/>
                    </a:lnTo>
                    <a:lnTo>
                      <a:pt x="4075200" y="749820"/>
                    </a:lnTo>
                    <a:lnTo>
                      <a:pt x="4131360" y="732180"/>
                    </a:lnTo>
                    <a:lnTo>
                      <a:pt x="4322160" y="1219620"/>
                    </a:lnTo>
                    <a:lnTo>
                      <a:pt x="4467960" y="1554060"/>
                    </a:lnTo>
                    <a:lnTo>
                      <a:pt x="4323960" y="1632180"/>
                    </a:lnTo>
                    <a:lnTo>
                      <a:pt x="4226760" y="1550460"/>
                    </a:lnTo>
                    <a:lnTo>
                      <a:pt x="3800160" y="1287300"/>
                    </a:lnTo>
                    <a:lnTo>
                      <a:pt x="3789720" y="1237620"/>
                    </a:lnTo>
                    <a:lnTo>
                      <a:pt x="3656160" y="904260"/>
                    </a:lnTo>
                    <a:lnTo>
                      <a:pt x="3735000" y="872940"/>
                    </a:lnTo>
                    <a:lnTo>
                      <a:pt x="3755520" y="857820"/>
                    </a:lnTo>
                    <a:lnTo>
                      <a:pt x="3785760" y="816420"/>
                    </a:lnTo>
                    <a:lnTo>
                      <a:pt x="3798000" y="767100"/>
                    </a:lnTo>
                    <a:lnTo>
                      <a:pt x="3796560" y="741540"/>
                    </a:lnTo>
                    <a:lnTo>
                      <a:pt x="3790080" y="716340"/>
                    </a:lnTo>
                    <a:lnTo>
                      <a:pt x="3763800" y="672780"/>
                    </a:lnTo>
                    <a:lnTo>
                      <a:pt x="3722760" y="642540"/>
                    </a:lnTo>
                    <a:lnTo>
                      <a:pt x="3673080" y="630300"/>
                    </a:lnTo>
                    <a:lnTo>
                      <a:pt x="3622680" y="637860"/>
                    </a:lnTo>
                    <a:lnTo>
                      <a:pt x="3559680" y="659820"/>
                    </a:lnTo>
                    <a:lnTo>
                      <a:pt x="3523320" y="566220"/>
                    </a:lnTo>
                    <a:lnTo>
                      <a:pt x="3495960" y="523020"/>
                    </a:lnTo>
                    <a:lnTo>
                      <a:pt x="3476520" y="506460"/>
                    </a:lnTo>
                    <a:lnTo>
                      <a:pt x="3429720" y="485940"/>
                    </a:lnTo>
                    <a:lnTo>
                      <a:pt x="3378960" y="484860"/>
                    </a:lnTo>
                    <a:lnTo>
                      <a:pt x="3331080" y="503220"/>
                    </a:lnTo>
                    <a:lnTo>
                      <a:pt x="3310920" y="519060"/>
                    </a:lnTo>
                    <a:lnTo>
                      <a:pt x="3281760" y="560820"/>
                    </a:lnTo>
                    <a:lnTo>
                      <a:pt x="3273480" y="585300"/>
                    </a:lnTo>
                    <a:lnTo>
                      <a:pt x="3272400" y="636420"/>
                    </a:lnTo>
                    <a:lnTo>
                      <a:pt x="3295800" y="703020"/>
                    </a:lnTo>
                    <a:lnTo>
                      <a:pt x="3074760" y="750540"/>
                    </a:lnTo>
                    <a:lnTo>
                      <a:pt x="3002400" y="461820"/>
                    </a:lnTo>
                    <a:lnTo>
                      <a:pt x="2965320" y="282900"/>
                    </a:lnTo>
                    <a:lnTo>
                      <a:pt x="2924640" y="163740"/>
                    </a:lnTo>
                    <a:lnTo>
                      <a:pt x="2891160" y="124860"/>
                    </a:lnTo>
                    <a:lnTo>
                      <a:pt x="2869560" y="111180"/>
                    </a:lnTo>
                    <a:lnTo>
                      <a:pt x="2820240" y="97500"/>
                    </a:lnTo>
                    <a:lnTo>
                      <a:pt x="2790000" y="99300"/>
                    </a:lnTo>
                    <a:lnTo>
                      <a:pt x="2770200" y="60060"/>
                    </a:lnTo>
                    <a:lnTo>
                      <a:pt x="2752920" y="41340"/>
                    </a:lnTo>
                    <a:lnTo>
                      <a:pt x="2708640" y="15420"/>
                    </a:lnTo>
                    <a:lnTo>
                      <a:pt x="2658240" y="8220"/>
                    </a:lnTo>
                    <a:lnTo>
                      <a:pt x="2632680" y="12180"/>
                    </a:lnTo>
                    <a:lnTo>
                      <a:pt x="2551320" y="48900"/>
                    </a:lnTo>
                    <a:lnTo>
                      <a:pt x="2513880" y="32700"/>
                    </a:lnTo>
                    <a:lnTo>
                      <a:pt x="2488680" y="29100"/>
                    </a:lnTo>
                    <a:lnTo>
                      <a:pt x="2437920" y="36660"/>
                    </a:lnTo>
                    <a:lnTo>
                      <a:pt x="2414880" y="47820"/>
                    </a:lnTo>
                    <a:lnTo>
                      <a:pt x="2377440" y="82380"/>
                    </a:lnTo>
                    <a:lnTo>
                      <a:pt x="2364120" y="104340"/>
                    </a:lnTo>
                    <a:lnTo>
                      <a:pt x="2352960" y="148260"/>
                    </a:lnTo>
                    <a:lnTo>
                      <a:pt x="2316240" y="191820"/>
                    </a:lnTo>
                    <a:lnTo>
                      <a:pt x="2302200" y="241140"/>
                    </a:lnTo>
                    <a:lnTo>
                      <a:pt x="2305440" y="280020"/>
                    </a:lnTo>
                    <a:lnTo>
                      <a:pt x="2273760" y="256620"/>
                    </a:lnTo>
                    <a:lnTo>
                      <a:pt x="2224800" y="242580"/>
                    </a:lnTo>
                    <a:lnTo>
                      <a:pt x="2199240" y="242940"/>
                    </a:lnTo>
                    <a:lnTo>
                      <a:pt x="2152440" y="257700"/>
                    </a:lnTo>
                    <a:lnTo>
                      <a:pt x="2112480" y="218820"/>
                    </a:lnTo>
                    <a:lnTo>
                      <a:pt x="2064600" y="201180"/>
                    </a:lnTo>
                    <a:lnTo>
                      <a:pt x="2039040" y="199380"/>
                    </a:lnTo>
                    <a:lnTo>
                      <a:pt x="1992960" y="210180"/>
                    </a:lnTo>
                    <a:lnTo>
                      <a:pt x="1985760" y="204420"/>
                    </a:lnTo>
                    <a:lnTo>
                      <a:pt x="1971720" y="154020"/>
                    </a:lnTo>
                    <a:lnTo>
                      <a:pt x="1944360" y="111540"/>
                    </a:lnTo>
                    <a:lnTo>
                      <a:pt x="1905480" y="78420"/>
                    </a:lnTo>
                    <a:lnTo>
                      <a:pt x="1856880" y="62580"/>
                    </a:lnTo>
                    <a:lnTo>
                      <a:pt x="1831320" y="61860"/>
                    </a:lnTo>
                    <a:lnTo>
                      <a:pt x="1806120" y="66540"/>
                    </a:lnTo>
                    <a:lnTo>
                      <a:pt x="1766880" y="85620"/>
                    </a:lnTo>
                    <a:lnTo>
                      <a:pt x="1734840" y="60420"/>
                    </a:lnTo>
                    <a:lnTo>
                      <a:pt x="1680480" y="30900"/>
                    </a:lnTo>
                    <a:lnTo>
                      <a:pt x="1631160" y="17580"/>
                    </a:lnTo>
                    <a:lnTo>
                      <a:pt x="1580400" y="24060"/>
                    </a:lnTo>
                    <a:lnTo>
                      <a:pt x="1557000" y="34500"/>
                    </a:lnTo>
                    <a:lnTo>
                      <a:pt x="1525320" y="61140"/>
                    </a:lnTo>
                    <a:lnTo>
                      <a:pt x="1456560" y="97140"/>
                    </a:lnTo>
                    <a:lnTo>
                      <a:pt x="1411560" y="93180"/>
                    </a:lnTo>
                    <a:lnTo>
                      <a:pt x="1360800" y="78420"/>
                    </a:lnTo>
                    <a:lnTo>
                      <a:pt x="1277280" y="82740"/>
                    </a:lnTo>
                    <a:lnTo>
                      <a:pt x="1250280" y="60060"/>
                    </a:lnTo>
                    <a:lnTo>
                      <a:pt x="1227240" y="48900"/>
                    </a:lnTo>
                    <a:lnTo>
                      <a:pt x="1176840" y="40620"/>
                    </a:lnTo>
                    <a:lnTo>
                      <a:pt x="1127160" y="52140"/>
                    </a:lnTo>
                    <a:lnTo>
                      <a:pt x="1105200" y="65100"/>
                    </a:lnTo>
                    <a:lnTo>
                      <a:pt x="1068120" y="106860"/>
                    </a:lnTo>
                    <a:lnTo>
                      <a:pt x="1029960" y="101460"/>
                    </a:lnTo>
                    <a:lnTo>
                      <a:pt x="984960" y="111180"/>
                    </a:lnTo>
                    <a:lnTo>
                      <a:pt x="938520" y="104340"/>
                    </a:lnTo>
                    <a:lnTo>
                      <a:pt x="895680" y="114060"/>
                    </a:lnTo>
                    <a:lnTo>
                      <a:pt x="837720" y="114420"/>
                    </a:lnTo>
                    <a:lnTo>
                      <a:pt x="791280" y="135660"/>
                    </a:lnTo>
                    <a:lnTo>
                      <a:pt x="756720" y="173100"/>
                    </a:lnTo>
                    <a:lnTo>
                      <a:pt x="738720" y="220980"/>
                    </a:lnTo>
                    <a:lnTo>
                      <a:pt x="740520" y="271740"/>
                    </a:lnTo>
                    <a:lnTo>
                      <a:pt x="761760" y="318180"/>
                    </a:lnTo>
                    <a:lnTo>
                      <a:pt x="779040" y="337620"/>
                    </a:lnTo>
                    <a:lnTo>
                      <a:pt x="891360" y="441300"/>
                    </a:lnTo>
                    <a:lnTo>
                      <a:pt x="906480" y="490980"/>
                    </a:lnTo>
                    <a:lnTo>
                      <a:pt x="705960" y="726780"/>
                    </a:lnTo>
                    <a:lnTo>
                      <a:pt x="474840" y="507540"/>
                    </a:lnTo>
                    <a:lnTo>
                      <a:pt x="431640" y="480180"/>
                    </a:lnTo>
                    <a:lnTo>
                      <a:pt x="381240" y="471180"/>
                    </a:lnTo>
                    <a:lnTo>
                      <a:pt x="331560" y="481980"/>
                    </a:lnTo>
                    <a:lnTo>
                      <a:pt x="289440" y="511140"/>
                    </a:lnTo>
                    <a:lnTo>
                      <a:pt x="262080" y="553980"/>
                    </a:lnTo>
                    <a:lnTo>
                      <a:pt x="254880" y="578820"/>
                    </a:lnTo>
                    <a:lnTo>
                      <a:pt x="255960" y="629940"/>
                    </a:lnTo>
                    <a:lnTo>
                      <a:pt x="276480" y="676740"/>
                    </a:lnTo>
                    <a:lnTo>
                      <a:pt x="501120" y="893460"/>
                    </a:lnTo>
                    <a:lnTo>
                      <a:pt x="331920" y="1122060"/>
                    </a:lnTo>
                    <a:lnTo>
                      <a:pt x="312840" y="1160220"/>
                    </a:lnTo>
                    <a:lnTo>
                      <a:pt x="298800" y="1170660"/>
                    </a:lnTo>
                    <a:lnTo>
                      <a:pt x="248400" y="1159500"/>
                    </a:lnTo>
                    <a:lnTo>
                      <a:pt x="198000" y="1168500"/>
                    </a:lnTo>
                    <a:lnTo>
                      <a:pt x="174960" y="1180020"/>
                    </a:lnTo>
                    <a:lnTo>
                      <a:pt x="138240" y="1215300"/>
                    </a:lnTo>
                    <a:lnTo>
                      <a:pt x="125640" y="1237980"/>
                    </a:lnTo>
                    <a:lnTo>
                      <a:pt x="114840" y="1287660"/>
                    </a:lnTo>
                    <a:lnTo>
                      <a:pt x="127440" y="1344900"/>
                    </a:lnTo>
                    <a:lnTo>
                      <a:pt x="128520" y="1376940"/>
                    </a:lnTo>
                    <a:lnTo>
                      <a:pt x="147240" y="1424460"/>
                    </a:lnTo>
                    <a:lnTo>
                      <a:pt x="163080" y="1444620"/>
                    </a:lnTo>
                    <a:lnTo>
                      <a:pt x="368280" y="1590780"/>
                    </a:lnTo>
                    <a:lnTo>
                      <a:pt x="415080" y="1611300"/>
                    </a:lnTo>
                    <a:lnTo>
                      <a:pt x="474120" y="1609860"/>
                    </a:lnTo>
                    <a:lnTo>
                      <a:pt x="516240" y="1639740"/>
                    </a:lnTo>
                    <a:lnTo>
                      <a:pt x="462600" y="1648380"/>
                    </a:lnTo>
                    <a:lnTo>
                      <a:pt x="419760" y="1675740"/>
                    </a:lnTo>
                    <a:lnTo>
                      <a:pt x="351720" y="1772580"/>
                    </a:lnTo>
                    <a:lnTo>
                      <a:pt x="341280" y="1815420"/>
                    </a:lnTo>
                    <a:lnTo>
                      <a:pt x="191160" y="1714980"/>
                    </a:lnTo>
                    <a:lnTo>
                      <a:pt x="140760" y="1704540"/>
                    </a:lnTo>
                    <a:lnTo>
                      <a:pt x="90720" y="1714620"/>
                    </a:lnTo>
                    <a:lnTo>
                      <a:pt x="48240" y="1742700"/>
                    </a:lnTo>
                    <a:lnTo>
                      <a:pt x="19800" y="1785180"/>
                    </a:lnTo>
                    <a:lnTo>
                      <a:pt x="9360" y="1835220"/>
                    </a:lnTo>
                    <a:lnTo>
                      <a:pt x="18720" y="1882740"/>
                    </a:lnTo>
                    <a:close/>
                  </a:path>
                </a:pathLst>
              </a:custGeom>
              <a:noFill/>
              <a:ln w="18000" cap="flat">
                <a:solidFill>
                  <a:srgbClr val="211F1A"/>
                </a:solidFill>
                <a:custDash>
                  <a:ds d="80000" sp="200000"/>
                </a:custDash>
                <a:round/>
              </a:ln>
            </p:spPr>
          </p:sp>
        </p:grpSp>
        <p:grpSp>
          <p:nvGrpSpPr>
            <p:cNvPr id="30" name="image_1:overlay:point_3_1"/>
            <p:cNvGrpSpPr/>
            <p:nvPr/>
          </p:nvGrpSpPr>
          <p:grpSpPr>
            <a:xfrm>
              <a:off x="8394700" y="4724400"/>
              <a:ext cx="76200" cy="76200"/>
              <a:chOff x="8394700" y="4724400"/>
              <a:chExt cx="76200" cy="76200"/>
            </a:xfrm>
          </p:grpSpPr>
          <p:sp>
            <p:nvSpPr>
              <p:cNvPr id="29" name="image_1:overlay:point_3_1:poi_health:osm-w471456345"/>
              <p:cNvSpPr/>
              <p:nvPr/>
            </p:nvSpPr>
            <p:spPr>
              <a:xfrm>
                <a:off x="8394700" y="47244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39" name="image_1:overlay:point_3_2"/>
            <p:cNvGrpSpPr/>
            <p:nvPr/>
          </p:nvGrpSpPr>
          <p:grpSpPr>
            <a:xfrm>
              <a:off x="7073900" y="3213100"/>
              <a:ext cx="5715000" cy="3708400"/>
              <a:chOff x="7073900" y="3213100"/>
              <a:chExt cx="5715000" cy="3708400"/>
            </a:xfrm>
          </p:grpSpPr>
          <p:sp>
            <p:nvSpPr>
              <p:cNvPr id="31" name="image_1:overlay:point_3_2:poi_health:ovt-6edb1453-91c9-4bc7-862b-61b0b0e4f9c2"/>
              <p:cNvSpPr/>
              <p:nvPr/>
            </p:nvSpPr>
            <p:spPr>
              <a:xfrm>
                <a:off x="12712700" y="68326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2" name="image_1:overlay:point_3_2:poi_health:ovt-b6aba7b2-b3e8-495a-aec9-53cce5dd4e5d"/>
              <p:cNvSpPr/>
              <p:nvPr/>
            </p:nvSpPr>
            <p:spPr>
              <a:xfrm>
                <a:off x="10223500" y="59690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3" name="image_1:overlay:point_3_2:poi_health:ovt-c461d628-8035-407e-b405-755241a4274c"/>
              <p:cNvSpPr/>
              <p:nvPr/>
            </p:nvSpPr>
            <p:spPr>
              <a:xfrm>
                <a:off x="7340600" y="45720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4" name="image_1:overlay:point_3_2:poi_health:ovt-d3d11b3d-7f05-4808-87b8-db8ee16326e9"/>
              <p:cNvSpPr/>
              <p:nvPr/>
            </p:nvSpPr>
            <p:spPr>
              <a:xfrm>
                <a:off x="7696200" y="39878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5" name="image_1:overlay:point_3_2:poi_health:ovt-d91b1148-144e-4da6-8f9c-b47060023c50"/>
              <p:cNvSpPr/>
              <p:nvPr/>
            </p:nvSpPr>
            <p:spPr>
              <a:xfrm>
                <a:off x="7073900" y="47117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6" name="image_1:overlay:point_3_2:poi_health:ovt-eed12c87-45cc-4cae-9a8a-edc319d0d593"/>
              <p:cNvSpPr/>
              <p:nvPr/>
            </p:nvSpPr>
            <p:spPr>
              <a:xfrm>
                <a:off x="8521700" y="32131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7" name="image_1:overlay:point_3_2:poi_health:ovt-fa66ce0a-8307-43e5-82fe-0d390e64cee0"/>
              <p:cNvSpPr/>
              <p:nvPr/>
            </p:nvSpPr>
            <p:spPr>
              <a:xfrm>
                <a:off x="11671300" y="60833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8" name="image_1:overlay:point_3_2:poi_health:ovt-fba4281e-0200-4384-b9dd-5a8f985aa3dd"/>
              <p:cNvSpPr/>
              <p:nvPr/>
            </p:nvSpPr>
            <p:spPr>
              <a:xfrm>
                <a:off x="12636500" y="68453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41" name="image_1:overlay:point_2_1"/>
            <p:cNvGrpSpPr/>
            <p:nvPr/>
          </p:nvGrpSpPr>
          <p:grpSpPr>
            <a:xfrm>
              <a:off x="11366500" y="6057900"/>
              <a:ext cx="88900" cy="88900"/>
              <a:chOff x="11366500" y="6057900"/>
              <a:chExt cx="88900" cy="88900"/>
            </a:xfrm>
          </p:grpSpPr>
          <p:sp>
            <p:nvSpPr>
              <p:cNvPr id="40" name="image_1:overlay:point_2_1:poi_education:osm-w386006885"/>
              <p:cNvSpPr/>
              <p:nvPr/>
            </p:nvSpPr>
            <p:spPr>
              <a:xfrm>
                <a:off x="11366500" y="60579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43" name="image_1:overlay:point_2_2"/>
            <p:cNvGrpSpPr/>
            <p:nvPr/>
          </p:nvGrpSpPr>
          <p:grpSpPr>
            <a:xfrm>
              <a:off x="9232900" y="6159500"/>
              <a:ext cx="88900" cy="88900"/>
              <a:chOff x="9232900" y="6159500"/>
              <a:chExt cx="88900" cy="88900"/>
            </a:xfrm>
          </p:grpSpPr>
          <p:sp>
            <p:nvSpPr>
              <p:cNvPr id="42" name="image_1:overlay:point_2_2:poi_education:ovt-81584de4-e95e-4b22-907a-1dc414556db4"/>
              <p:cNvSpPr/>
              <p:nvPr/>
            </p:nvSpPr>
            <p:spPr>
              <a:xfrm>
                <a:off x="9232900" y="61595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47" name="image_1:overlay:point_1_1"/>
            <p:cNvGrpSpPr/>
            <p:nvPr/>
          </p:nvGrpSpPr>
          <p:grpSpPr>
            <a:xfrm>
              <a:off x="6921500" y="3911600"/>
              <a:ext cx="2628900" cy="939800"/>
              <a:chOff x="6921500" y="3911600"/>
              <a:chExt cx="2628900" cy="939800"/>
            </a:xfrm>
          </p:grpSpPr>
          <p:sp>
            <p:nvSpPr>
              <p:cNvPr id="44" name="image_1:overlay:point_1_1:poi_education:osm-w337246600"/>
              <p:cNvSpPr/>
              <p:nvPr/>
            </p:nvSpPr>
            <p:spPr>
              <a:xfrm>
                <a:off x="8204200" y="3911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45" name="image_1:overlay:point_1_1:poi_education:osm-w363365826"/>
              <p:cNvSpPr/>
              <p:nvPr/>
            </p:nvSpPr>
            <p:spPr>
              <a:xfrm>
                <a:off x="6921500" y="47625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46" name="image_1:overlay:point_1_1:poi_education:osm-w386512211"/>
              <p:cNvSpPr/>
              <p:nvPr/>
            </p:nvSpPr>
            <p:spPr>
              <a:xfrm>
                <a:off x="9461500" y="41148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49" name="image_1:overlay:point_1_2"/>
            <p:cNvGrpSpPr/>
            <p:nvPr/>
          </p:nvGrpSpPr>
          <p:grpSpPr>
            <a:xfrm>
              <a:off x="6807200" y="3670300"/>
              <a:ext cx="88900" cy="88900"/>
              <a:chOff x="6807200" y="3670300"/>
              <a:chExt cx="88900" cy="88900"/>
            </a:xfrm>
          </p:grpSpPr>
          <p:sp>
            <p:nvSpPr>
              <p:cNvPr id="48" name="image_1:overlay:point_1_2:poi_education:ovt-30cb3cba-8414-4f48-baff-7ef2d9fa123a"/>
              <p:cNvSpPr/>
              <p:nvPr/>
            </p:nvSpPr>
            <p:spPr>
              <a:xfrm>
                <a:off x="6807200" y="36703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52" name="image_1:overlay:labels_point_2"/>
            <p:cNvGrpSpPr/>
            <p:nvPr/>
          </p:nvGrpSpPr>
          <p:grpSpPr>
            <a:xfrm>
              <a:off x="9321800" y="6172200"/>
              <a:ext cx="3073400" cy="444500"/>
              <a:chOff x="9321800" y="6172200"/>
              <a:chExt cx="3073400" cy="444500"/>
            </a:xfrm>
          </p:grpSpPr>
          <p:sp>
            <p:nvSpPr>
              <p:cNvPr id="50" name="image_1:overlay:labels_point_2:poi_education:osm-w386006885"/>
              <p:cNvSpPr txBox="1"/>
              <p:nvPr/>
            </p:nvSpPr>
            <p:spPr>
              <a:xfrm>
                <a:off x="11468100" y="6172200"/>
                <a:ext cx="927100" cy="3429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68</a:t>
                </a:r>
                <a:b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</a:b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«Светлячок»</a:t>
                </a:r>
              </a:p>
            </p:txBody>
          </p:sp>
          <p:sp>
            <p:nvSpPr>
              <p:cNvPr id="51" name="image_1:overlay:labels_point_2:poi_education:ovt-81584de4-e95e-4b22-907a-1dc414556db4"/>
              <p:cNvSpPr txBox="1"/>
              <p:nvPr/>
            </p:nvSpPr>
            <p:spPr>
              <a:xfrm>
                <a:off x="9321800" y="6273800"/>
                <a:ext cx="1054100" cy="3429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20</a:t>
                </a:r>
                <a:b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</a:b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«Красная Шапочка»</a:t>
                </a:r>
              </a:p>
            </p:txBody>
          </p:sp>
        </p:grpSp>
        <p:grpSp>
          <p:nvGrpSpPr>
            <p:cNvPr id="57" name="image_1:overlay:labels_point_1"/>
            <p:cNvGrpSpPr/>
            <p:nvPr/>
          </p:nvGrpSpPr>
          <p:grpSpPr>
            <a:xfrm>
              <a:off x="6311900" y="3302000"/>
              <a:ext cx="3848100" cy="1435100"/>
              <a:chOff x="6311900" y="3302000"/>
              <a:chExt cx="3848100" cy="1435100"/>
            </a:xfrm>
          </p:grpSpPr>
          <p:sp>
            <p:nvSpPr>
              <p:cNvPr id="53" name="image_1:overlay:labels_point_1:poi_education:osm-w337246600"/>
              <p:cNvSpPr txBox="1"/>
              <p:nvPr/>
            </p:nvSpPr>
            <p:spPr>
              <a:xfrm>
                <a:off x="8293100" y="3721100"/>
                <a:ext cx="1104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Средняя школа № 10</a:t>
                </a:r>
              </a:p>
            </p:txBody>
          </p:sp>
          <p:sp>
            <p:nvSpPr>
              <p:cNvPr id="54" name="image_1:overlay:labels_point_1:poi_education:osm-w363365826"/>
              <p:cNvSpPr txBox="1"/>
              <p:nvPr/>
            </p:nvSpPr>
            <p:spPr>
              <a:xfrm>
                <a:off x="6311900" y="4572000"/>
                <a:ext cx="6096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b">
                <a:noAutofit/>
              </a:bodyPr>
              <a:lstStyle/>
              <a:p>
                <a:pPr algn="r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Школа № 9</a:t>
                </a:r>
              </a:p>
            </p:txBody>
          </p:sp>
          <p:sp>
            <p:nvSpPr>
              <p:cNvPr id="55" name="image_1:overlay:labels_point_1:poi_education:osm-w386512211"/>
              <p:cNvSpPr txBox="1"/>
              <p:nvPr/>
            </p:nvSpPr>
            <p:spPr>
              <a:xfrm>
                <a:off x="9563100" y="3924300"/>
                <a:ext cx="596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Лицей № 4</a:t>
                </a:r>
              </a:p>
            </p:txBody>
          </p:sp>
          <p:sp>
            <p:nvSpPr>
              <p:cNvPr id="56" name="image_1:overlay:labels_point_1:poi_education:ovt-30cb3cba-8414-4f48-baff-7ef2d9fa123a"/>
              <p:cNvSpPr txBox="1"/>
              <p:nvPr/>
            </p:nvSpPr>
            <p:spPr>
              <a:xfrm>
                <a:off x="6908800" y="3302000"/>
                <a:ext cx="774700" cy="3429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Гимназия № 2</a:t>
                </a:r>
                <a:b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</a:b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имени Чехова</a:t>
                </a:r>
              </a:p>
            </p:txBody>
          </p:sp>
        </p:grpSp>
        <p:grpSp>
          <p:nvGrpSpPr>
            <p:cNvPr id="63" name="image_1:overlay:scale_bar"/>
            <p:cNvGrpSpPr/>
            <p:nvPr/>
          </p:nvGrpSpPr>
          <p:grpSpPr>
            <a:xfrm>
              <a:off x="12687300" y="8420100"/>
              <a:ext cx="1587500" cy="292100"/>
              <a:chOff x="12687300" y="8420100"/>
              <a:chExt cx="1587500" cy="292100"/>
            </a:xfrm>
          </p:grpSpPr>
          <p:sp>
            <p:nvSpPr>
              <p:cNvPr id="58" name="image_1:overlay:scale_bar:plate"/>
              <p:cNvSpPr/>
              <p:nvPr/>
            </p:nvSpPr>
            <p:spPr>
              <a:xfrm>
                <a:off x="12687300" y="8420100"/>
                <a:ext cx="15875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587500" h="292100">
                    <a:moveTo>
                      <a:pt x="7395" y="2578"/>
                    </a:moveTo>
                    <a:lnTo>
                      <a:pt x="1578334" y="2578"/>
                    </a:lnTo>
                    <a:lnTo>
                      <a:pt x="1578334" y="290160"/>
                    </a:lnTo>
                    <a:lnTo>
                      <a:pt x="7395" y="29016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59" name="image_1:overlay:scale_bar:line"/>
              <p:cNvSpPr/>
              <p:nvPr/>
            </p:nvSpPr>
            <p:spPr>
              <a:xfrm>
                <a:off x="12750800" y="8610600"/>
                <a:ext cx="13208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1320800" h="63500" fill="none">
                    <a:moveTo>
                      <a:pt x="5320" y="59160"/>
                    </a:moveTo>
                    <a:lnTo>
                      <a:pt x="1314280" y="59160"/>
                    </a:lnTo>
                    <a:moveTo>
                      <a:pt x="5320" y="59160"/>
                    </a:moveTo>
                    <a:lnTo>
                      <a:pt x="5320" y="5160"/>
                    </a:lnTo>
                    <a:moveTo>
                      <a:pt x="659800" y="59160"/>
                    </a:moveTo>
                    <a:lnTo>
                      <a:pt x="659800" y="5160"/>
                    </a:lnTo>
                    <a:moveTo>
                      <a:pt x="1314280" y="59160"/>
                    </a:moveTo>
                    <a:lnTo>
                      <a:pt x="1314280" y="516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60" name="image_1:overlay:scale_bar:label-0"/>
              <p:cNvSpPr txBox="1"/>
              <p:nvPr/>
            </p:nvSpPr>
            <p:spPr>
              <a:xfrm>
                <a:off x="12725400" y="8458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61" name="image_1:overlay:scale_bar:label-1"/>
              <p:cNvSpPr txBox="1"/>
              <p:nvPr/>
            </p:nvSpPr>
            <p:spPr>
              <a:xfrm>
                <a:off x="13335000" y="84582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200</a:t>
                </a:r>
              </a:p>
            </p:txBody>
          </p:sp>
          <p:sp>
            <p:nvSpPr>
              <p:cNvPr id="62" name="image_1:overlay:scale_bar:label-2"/>
              <p:cNvSpPr txBox="1"/>
              <p:nvPr/>
            </p:nvSpPr>
            <p:spPr>
              <a:xfrm>
                <a:off x="13982700" y="8458200"/>
                <a:ext cx="2413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400 м</a:t>
                </a: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2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Территориальные зоны в границах проекта планировки</a:t>
            </a:r>
          </a:p>
          <a:p>
            <a:pPr lvl="1"/>
            <a:r>
              <a:rPr lang="ru-RU"/>
              <a:t>Северо-запад территории — в санитарно-защитной зоне</a:t>
            </a:r>
          </a:p>
        </p:txBody>
      </p:sp>
      <p:pic>
        <p:nvPicPr>
          <p:cNvPr id="3" name="image_1" descr="k1-zoning.png"/>
          <p:cNvPicPr>
            <a:picLocks noGrp="1" noChangeAspect="1"/>
          </p:cNvPicPr>
          <p:nvPr>
            <p:ph type="pic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711200" y="2133600"/>
            <a:ext cx="13690387" cy="7645400"/>
          </a:xfrm>
        </p:spPr>
      </p:pic>
      <p:sp>
        <p:nvSpPr>
          <p:cNvPr id="4" name="footer_sources"/>
          <p:cNvSpPr>
            <a:spLocks noGrp="1"/>
          </p:cNvSpPr>
          <p:nvPr>
            <p:ph type="body" idx="12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КПТ SYN-KPT-0001, синтетический образец, не выписка Росреестра, данные вымышлены; синтетический образец: проект планировки, чертеж красных линий; подложка: OpenStreetMap через Overture Maps 2026-09-23.0, ODbL 1.0, 23.09.2026; карта, справочные данные, 09.2026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2/3</a:t>
            </a:r>
          </a:p>
        </p:txBody>
      </p:sp>
      <p:grpSp>
        <p:nvGrpSpPr>
          <p:cNvPr id="46" name="image_1:overlay"/>
          <p:cNvGrpSpPr/>
          <p:nvPr/>
        </p:nvGrpSpPr>
        <p:grpSpPr>
          <a:xfrm>
            <a:off x="711200" y="2133600"/>
            <a:ext cx="13690600" cy="7645400"/>
            <a:chOff x="711200" y="2133600"/>
            <a:chExt cx="13690600" cy="7645400"/>
          </a:xfrm>
        </p:grpSpPr>
        <p:grpSp>
          <p:nvGrpSpPr>
            <p:cNvPr id="10" name="image_1:overlay:zoning_zh"/>
            <p:cNvGrpSpPr/>
            <p:nvPr/>
          </p:nvGrpSpPr>
          <p:grpSpPr>
            <a:xfrm>
              <a:off x="6883400" y="5207000"/>
              <a:ext cx="4787900" cy="3429000"/>
              <a:chOff x="6883400" y="5207000"/>
              <a:chExt cx="4787900" cy="3429000"/>
            </a:xfrm>
          </p:grpSpPr>
          <p:grpSp>
            <p:nvGrpSpPr>
              <p:cNvPr id="9" name="image_1:overlay:zoning_zh:zones_pzz:00-00-7.3"/>
              <p:cNvGrpSpPr/>
              <p:nvPr/>
            </p:nvGrpSpPr>
            <p:grpSpPr>
              <a:xfrm>
                <a:off x="6883400" y="5207000"/>
                <a:ext cx="4787900" cy="3429000"/>
                <a:chOff x="6883400" y="5207000"/>
                <a:chExt cx="4787900" cy="3429000"/>
              </a:xfrm>
            </p:grpSpPr>
            <p:sp>
              <p:nvSpPr>
                <p:cNvPr id="6" name="image_1:overlay:zoning_zh:zones_pzz:00-00-7.3:1"/>
                <p:cNvSpPr/>
                <p:nvPr/>
              </p:nvSpPr>
              <p:spPr>
                <a:xfrm>
                  <a:off x="10350500" y="5816600"/>
                  <a:ext cx="1320800" cy="13589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320800" h="1358900">
                      <a:moveTo>
                        <a:pt x="11220" y="8080"/>
                      </a:moveTo>
                      <a:lnTo>
                        <a:pt x="70980" y="112840"/>
                      </a:lnTo>
                      <a:lnTo>
                        <a:pt x="128580" y="213280"/>
                      </a:lnTo>
                      <a:lnTo>
                        <a:pt x="213900" y="363040"/>
                      </a:lnTo>
                      <a:lnTo>
                        <a:pt x="214980" y="364840"/>
                      </a:lnTo>
                      <a:lnTo>
                        <a:pt x="392820" y="689920"/>
                      </a:lnTo>
                      <a:lnTo>
                        <a:pt x="422700" y="727000"/>
                      </a:lnTo>
                      <a:lnTo>
                        <a:pt x="578940" y="855880"/>
                      </a:lnTo>
                      <a:lnTo>
                        <a:pt x="1068180" y="1354480"/>
                      </a:lnTo>
                      <a:lnTo>
                        <a:pt x="1309020" y="1218040"/>
                      </a:lnTo>
                      <a:close/>
                    </a:path>
                  </a:pathLst>
                </a:custGeom>
                <a:solidFill>
                  <a:srgbClr val="F9F0E1"/>
                </a:solidFill>
                <a:ln>
                  <a:noFill/>
                </a:ln>
              </p:spPr>
            </p:sp>
            <p:sp>
              <p:nvSpPr>
                <p:cNvPr id="7" name="image_1:overlay:zoning_zh:zones_pzz:00-00-7.3:2"/>
                <p:cNvSpPr/>
                <p:nvPr/>
              </p:nvSpPr>
              <p:spPr>
                <a:xfrm>
                  <a:off x="8534400" y="5207000"/>
                  <a:ext cx="2705100" cy="25273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2705100" h="2527300">
                      <a:moveTo>
                        <a:pt x="2671520" y="2035360"/>
                      </a:moveTo>
                      <a:lnTo>
                        <a:pt x="2671160" y="2035360"/>
                      </a:lnTo>
                      <a:lnTo>
                        <a:pt x="2254640" y="1610560"/>
                      </a:lnTo>
                      <a:lnTo>
                        <a:pt x="2095160" y="1478800"/>
                      </a:lnTo>
                      <a:lnTo>
                        <a:pt x="2046200" y="1418680"/>
                      </a:lnTo>
                      <a:lnTo>
                        <a:pt x="1854680" y="1072000"/>
                      </a:lnTo>
                      <a:lnTo>
                        <a:pt x="1712120" y="822520"/>
                      </a:lnTo>
                      <a:lnTo>
                        <a:pt x="1423400" y="317080"/>
                      </a:lnTo>
                      <a:lnTo>
                        <a:pt x="1397120" y="270640"/>
                      </a:lnTo>
                      <a:lnTo>
                        <a:pt x="1330520" y="154360"/>
                      </a:lnTo>
                      <a:lnTo>
                        <a:pt x="1174280" y="12160"/>
                      </a:lnTo>
                      <a:lnTo>
                        <a:pt x="3200" y="674920"/>
                      </a:lnTo>
                      <a:lnTo>
                        <a:pt x="1876280" y="2452240"/>
                      </a:lnTo>
                      <a:lnTo>
                        <a:pt x="1807160" y="2525320"/>
                      </a:lnTo>
                      <a:lnTo>
                        <a:pt x="1877720" y="2453680"/>
                      </a:lnTo>
                      <a:lnTo>
                        <a:pt x="1929200" y="2504080"/>
                      </a:lnTo>
                      <a:lnTo>
                        <a:pt x="2702480" y="2066680"/>
                      </a:lnTo>
                      <a:close/>
                    </a:path>
                  </a:pathLst>
                </a:custGeom>
                <a:solidFill>
                  <a:srgbClr val="F9F0E1"/>
                </a:solidFill>
                <a:ln>
                  <a:noFill/>
                </a:ln>
              </p:spPr>
            </p:sp>
            <p:sp>
              <p:nvSpPr>
                <p:cNvPr id="8" name="image_1:overlay:zoning_zh:zones_pzz:00-00-7.3:3"/>
                <p:cNvSpPr/>
                <p:nvPr/>
              </p:nvSpPr>
              <p:spPr>
                <a:xfrm>
                  <a:off x="6883400" y="5981700"/>
                  <a:ext cx="3403600" cy="26543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403600" h="2654300">
                      <a:moveTo>
                        <a:pt x="1470600" y="3900"/>
                      </a:moveTo>
                      <a:lnTo>
                        <a:pt x="7560" y="831540"/>
                      </a:lnTo>
                      <a:lnTo>
                        <a:pt x="1955880" y="2648460"/>
                      </a:lnTo>
                      <a:lnTo>
                        <a:pt x="3397680" y="1832700"/>
                      </a:lnTo>
                      <a:close/>
                    </a:path>
                  </a:pathLst>
                </a:custGeom>
                <a:solidFill>
                  <a:srgbClr val="F9F0E1"/>
                </a:solidFill>
                <a:ln>
                  <a:noFill/>
                </a:ln>
              </p:spPr>
            </p:sp>
          </p:grpSp>
        </p:grpSp>
        <p:grpSp>
          <p:nvGrpSpPr>
            <p:cNvPr id="15" name="image_1:overlay:zoning_od"/>
            <p:cNvGrpSpPr/>
            <p:nvPr/>
          </p:nvGrpSpPr>
          <p:grpSpPr>
            <a:xfrm>
              <a:off x="4991100" y="3441700"/>
              <a:ext cx="4724400" cy="3378200"/>
              <a:chOff x="4991100" y="3441700"/>
              <a:chExt cx="4724400" cy="3378200"/>
            </a:xfrm>
          </p:grpSpPr>
          <p:grpSp>
            <p:nvGrpSpPr>
              <p:cNvPr id="14" name="image_1:overlay:zoning_od:zones_pzz:00-00-7.2"/>
              <p:cNvGrpSpPr/>
              <p:nvPr/>
            </p:nvGrpSpPr>
            <p:grpSpPr>
              <a:xfrm>
                <a:off x="4991100" y="3441700"/>
                <a:ext cx="4724400" cy="3378200"/>
                <a:chOff x="4991100" y="3441700"/>
                <a:chExt cx="4724400" cy="3378200"/>
              </a:xfrm>
            </p:grpSpPr>
            <p:sp>
              <p:nvSpPr>
                <p:cNvPr id="11" name="image_1:overlay:zoning_od:zones_pzz:00-00-7.2:1"/>
                <p:cNvSpPr/>
                <p:nvPr/>
              </p:nvSpPr>
              <p:spPr>
                <a:xfrm>
                  <a:off x="6654800" y="3657600"/>
                  <a:ext cx="3060700" cy="22352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060700" h="2235200">
                      <a:moveTo>
                        <a:pt x="784080" y="5640"/>
                      </a:moveTo>
                      <a:lnTo>
                        <a:pt x="360" y="448800"/>
                      </a:lnTo>
                      <a:lnTo>
                        <a:pt x="1882800" y="2224320"/>
                      </a:lnTo>
                      <a:lnTo>
                        <a:pt x="3053880" y="1561560"/>
                      </a:lnTo>
                      <a:close/>
                    </a:path>
                  </a:pathLst>
                </a:custGeom>
                <a:solidFill>
                  <a:srgbClr val="C29E9A"/>
                </a:solidFill>
                <a:ln>
                  <a:noFill/>
                </a:ln>
              </p:spPr>
            </p:sp>
            <p:sp>
              <p:nvSpPr>
                <p:cNvPr id="12" name="image_1:overlay:zoning_od:zones_pzz:00-00-7.2:2"/>
                <p:cNvSpPr/>
                <p:nvPr/>
              </p:nvSpPr>
              <p:spPr>
                <a:xfrm>
                  <a:off x="4991100" y="4203700"/>
                  <a:ext cx="3365500" cy="26162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365500" h="2616200">
                      <a:moveTo>
                        <a:pt x="1481180" y="6380"/>
                      </a:moveTo>
                      <a:lnTo>
                        <a:pt x="4460" y="841940"/>
                      </a:lnTo>
                      <a:lnTo>
                        <a:pt x="1899860" y="2609540"/>
                      </a:lnTo>
                      <a:lnTo>
                        <a:pt x="3362900" y="1781900"/>
                      </a:lnTo>
                      <a:close/>
                    </a:path>
                  </a:pathLst>
                </a:custGeom>
                <a:solidFill>
                  <a:srgbClr val="C29E9A"/>
                </a:solidFill>
                <a:ln>
                  <a:noFill/>
                </a:ln>
              </p:spPr>
            </p:sp>
            <p:sp>
              <p:nvSpPr>
                <p:cNvPr id="13" name="image_1:overlay:zoning_od:zones_pzz:00-00-7.2:3"/>
                <p:cNvSpPr/>
                <p:nvPr/>
              </p:nvSpPr>
              <p:spPr>
                <a:xfrm>
                  <a:off x="7632700" y="3441700"/>
                  <a:ext cx="1117600" cy="8763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117600" h="876300">
                      <a:moveTo>
                        <a:pt x="769180" y="640580"/>
                      </a:moveTo>
                      <a:lnTo>
                        <a:pt x="1110820" y="873860"/>
                      </a:lnTo>
                      <a:lnTo>
                        <a:pt x="182740" y="8420"/>
                      </a:lnTo>
                      <a:lnTo>
                        <a:pt x="2380" y="110300"/>
                      </a:lnTo>
                      <a:close/>
                    </a:path>
                  </a:pathLst>
                </a:custGeom>
                <a:solidFill>
                  <a:srgbClr val="C29E9A"/>
                </a:solidFill>
                <a:ln>
                  <a:noFill/>
                </a:ln>
              </p:spPr>
            </p:sp>
          </p:grpSp>
        </p:grpSp>
        <p:grpSp>
          <p:nvGrpSpPr>
            <p:cNvPr id="17" name="image_1:overlay:zoning_r"/>
            <p:cNvGrpSpPr/>
            <p:nvPr/>
          </p:nvGrpSpPr>
          <p:grpSpPr>
            <a:xfrm>
              <a:off x="4241800" y="5041900"/>
              <a:ext cx="4610100" cy="4025900"/>
              <a:chOff x="4241800" y="5041900"/>
              <a:chExt cx="4610100" cy="4025900"/>
            </a:xfrm>
          </p:grpSpPr>
          <p:sp>
            <p:nvSpPr>
              <p:cNvPr id="16" name="image_1:overlay:zoning_r:zones_pzz:00-00-7.1"/>
              <p:cNvSpPr/>
              <p:nvPr/>
            </p:nvSpPr>
            <p:spPr>
              <a:xfrm>
                <a:off x="4241800" y="5041900"/>
                <a:ext cx="4610100" cy="4025900"/>
              </a:xfrm>
              <a:custGeom>
                <a:avLst/>
                <a:gdLst/>
                <a:ahLst/>
                <a:cxnLst/>
                <a:rect l="0" t="0" r="r" b="b"/>
                <a:pathLst>
                  <a:path w="4610100" h="4025900">
                    <a:moveTo>
                      <a:pt x="2544760" y="2609780"/>
                    </a:moveTo>
                    <a:lnTo>
                      <a:pt x="2500480" y="2675300"/>
                    </a:lnTo>
                    <a:lnTo>
                      <a:pt x="2545120" y="2610140"/>
                    </a:lnTo>
                    <a:lnTo>
                      <a:pt x="2981800" y="2915780"/>
                    </a:lnTo>
                    <a:lnTo>
                      <a:pt x="4008520" y="3608420"/>
                    </a:lnTo>
                    <a:lnTo>
                      <a:pt x="3916720" y="3737300"/>
                    </a:lnTo>
                    <a:lnTo>
                      <a:pt x="2892880" y="3046820"/>
                    </a:lnTo>
                    <a:lnTo>
                      <a:pt x="2549800" y="2805620"/>
                    </a:lnTo>
                    <a:lnTo>
                      <a:pt x="3845800" y="4013780"/>
                    </a:lnTo>
                    <a:lnTo>
                      <a:pt x="4597480" y="3588260"/>
                    </a:lnTo>
                    <a:lnTo>
                      <a:pt x="753760" y="3740"/>
                    </a:lnTo>
                    <a:lnTo>
                      <a:pt x="1720" y="429260"/>
                    </a:lnTo>
                    <a:lnTo>
                      <a:pt x="1791280" y="2097860"/>
                    </a:lnTo>
                    <a:close/>
                  </a:path>
                </a:pathLst>
              </a:custGeom>
              <a:solidFill>
                <a:srgbClr val="C9D6B8"/>
              </a:solidFill>
              <a:ln>
                <a:noFill/>
              </a:ln>
            </p:spPr>
          </p:sp>
        </p:grpSp>
        <p:grpSp>
          <p:nvGrpSpPr>
            <p:cNvPr id="20" name="image_1:overlay:zone_sanitary"/>
            <p:cNvGrpSpPr/>
            <p:nvPr/>
          </p:nvGrpSpPr>
          <p:grpSpPr>
            <a:xfrm>
              <a:off x="4305300" y="4648200"/>
              <a:ext cx="2794000" cy="2070100"/>
              <a:chOff x="4305300" y="4648200"/>
              <a:chExt cx="2794000" cy="2070100"/>
            </a:xfrm>
          </p:grpSpPr>
          <p:sp>
            <p:nvSpPr>
              <p:cNvPr id="18" name="image_1:overlay:zone_sanitary:zouit:00-00-6.1"/>
              <p:cNvSpPr/>
              <p:nvPr/>
            </p:nvSpPr>
            <p:spPr>
              <a:xfrm>
                <a:off x="4305300" y="4648200"/>
                <a:ext cx="2794000" cy="2070100"/>
              </a:xfrm>
              <a:custGeom>
                <a:avLst/>
                <a:gdLst/>
                <a:ahLst/>
                <a:cxnLst/>
                <a:rect l="0" t="0" r="r" b="b"/>
                <a:pathLst>
                  <a:path w="2794000" h="2070100" fill="none">
                    <a:moveTo>
                      <a:pt x="1369940" y="2063880"/>
                    </a:moveTo>
                    <a:lnTo>
                      <a:pt x="2791220" y="1417680"/>
                    </a:lnTo>
                    <a:lnTo>
                      <a:pt x="2399900" y="771120"/>
                    </a:lnTo>
                    <a:lnTo>
                      <a:pt x="1379300" y="7200"/>
                    </a:lnTo>
                    <a:lnTo>
                      <a:pt x="860" y="787320"/>
                    </a:lnTo>
                    <a:close/>
                  </a:path>
                </a:pathLst>
              </a:custGeom>
              <a:noFill/>
              <a:ln w="9000" cap="flat">
                <a:solidFill>
                  <a:srgbClr val="6E6B66"/>
                </a:solidFill>
                <a:custDash>
                  <a:ds d="1200000" sp="600000"/>
                </a:custDash>
                <a:round/>
              </a:ln>
            </p:spPr>
          </p:sp>
          <p:sp>
            <p:nvSpPr>
              <p:cNvPr id="19" name="image_1:overlay:zone_sanitary:zouit:00-00-6.1-hatch"/>
              <p:cNvSpPr/>
              <p:nvPr/>
            </p:nvSpPr>
            <p:spPr>
              <a:xfrm>
                <a:off x="4318000" y="4660900"/>
                <a:ext cx="2768600" cy="2032000"/>
              </a:xfrm>
              <a:custGeom>
                <a:avLst/>
                <a:gdLst/>
                <a:ahLst/>
                <a:cxnLst/>
                <a:rect l="0" t="0" r="r" b="b"/>
                <a:pathLst>
                  <a:path w="2768600" h="2032000" fill="none">
                    <a:moveTo>
                      <a:pt x="2189" y="787701"/>
                    </a:moveTo>
                    <a:lnTo>
                      <a:pt x="50616" y="739273"/>
                    </a:lnTo>
                    <a:moveTo>
                      <a:pt x="54881" y="836832"/>
                    </a:moveTo>
                    <a:lnTo>
                      <a:pt x="285202" y="606511"/>
                    </a:lnTo>
                    <a:moveTo>
                      <a:pt x="107573" y="885963"/>
                    </a:moveTo>
                    <a:lnTo>
                      <a:pt x="519788" y="473748"/>
                    </a:lnTo>
                    <a:moveTo>
                      <a:pt x="160265" y="935095"/>
                    </a:moveTo>
                    <a:lnTo>
                      <a:pt x="754374" y="340986"/>
                    </a:lnTo>
                    <a:moveTo>
                      <a:pt x="212957" y="984226"/>
                    </a:moveTo>
                    <a:lnTo>
                      <a:pt x="988960" y="208223"/>
                    </a:lnTo>
                    <a:moveTo>
                      <a:pt x="265649" y="1033357"/>
                    </a:moveTo>
                    <a:lnTo>
                      <a:pt x="1223546" y="75461"/>
                    </a:lnTo>
                    <a:moveTo>
                      <a:pt x="318341" y="1082488"/>
                    </a:moveTo>
                    <a:lnTo>
                      <a:pt x="1389322" y="11508"/>
                    </a:lnTo>
                    <a:moveTo>
                      <a:pt x="371034" y="1131620"/>
                    </a:moveTo>
                    <a:lnTo>
                      <a:pt x="1447557" y="55096"/>
                    </a:lnTo>
                    <a:moveTo>
                      <a:pt x="423726" y="1180751"/>
                    </a:moveTo>
                    <a:lnTo>
                      <a:pt x="1505792" y="98685"/>
                    </a:lnTo>
                    <a:moveTo>
                      <a:pt x="476418" y="1229882"/>
                    </a:moveTo>
                    <a:lnTo>
                      <a:pt x="1564026" y="142274"/>
                    </a:lnTo>
                    <a:moveTo>
                      <a:pt x="529110" y="1279013"/>
                    </a:moveTo>
                    <a:lnTo>
                      <a:pt x="1622261" y="185862"/>
                    </a:lnTo>
                    <a:moveTo>
                      <a:pt x="581802" y="1328145"/>
                    </a:moveTo>
                    <a:lnTo>
                      <a:pt x="1680496" y="229451"/>
                    </a:lnTo>
                    <a:moveTo>
                      <a:pt x="634494" y="1377276"/>
                    </a:moveTo>
                    <a:lnTo>
                      <a:pt x="1738730" y="273040"/>
                    </a:lnTo>
                    <a:moveTo>
                      <a:pt x="687186" y="1426407"/>
                    </a:moveTo>
                    <a:lnTo>
                      <a:pt x="1796965" y="316629"/>
                    </a:lnTo>
                    <a:moveTo>
                      <a:pt x="739878" y="1475539"/>
                    </a:moveTo>
                    <a:lnTo>
                      <a:pt x="1855200" y="360217"/>
                    </a:lnTo>
                    <a:moveTo>
                      <a:pt x="792570" y="1524670"/>
                    </a:moveTo>
                    <a:lnTo>
                      <a:pt x="1913434" y="403806"/>
                    </a:lnTo>
                    <a:moveTo>
                      <a:pt x="845263" y="1573801"/>
                    </a:moveTo>
                    <a:lnTo>
                      <a:pt x="1971669" y="447395"/>
                    </a:lnTo>
                    <a:moveTo>
                      <a:pt x="897955" y="1622932"/>
                    </a:moveTo>
                    <a:lnTo>
                      <a:pt x="2029904" y="490983"/>
                    </a:lnTo>
                    <a:moveTo>
                      <a:pt x="950647" y="1672064"/>
                    </a:moveTo>
                    <a:lnTo>
                      <a:pt x="2088138" y="534572"/>
                    </a:lnTo>
                    <a:moveTo>
                      <a:pt x="1003339" y="1721195"/>
                    </a:moveTo>
                    <a:lnTo>
                      <a:pt x="2146373" y="578161"/>
                    </a:lnTo>
                    <a:moveTo>
                      <a:pt x="1056031" y="1770326"/>
                    </a:moveTo>
                    <a:lnTo>
                      <a:pt x="2204608" y="621749"/>
                    </a:lnTo>
                    <a:moveTo>
                      <a:pt x="1108723" y="1819457"/>
                    </a:moveTo>
                    <a:lnTo>
                      <a:pt x="2262842" y="665338"/>
                    </a:lnTo>
                    <a:moveTo>
                      <a:pt x="1161415" y="1868589"/>
                    </a:moveTo>
                    <a:lnTo>
                      <a:pt x="2321077" y="708927"/>
                    </a:lnTo>
                    <a:moveTo>
                      <a:pt x="1214107" y="1917720"/>
                    </a:moveTo>
                    <a:lnTo>
                      <a:pt x="2379312" y="752516"/>
                    </a:lnTo>
                    <a:moveTo>
                      <a:pt x="1266799" y="1966851"/>
                    </a:moveTo>
                    <a:lnTo>
                      <a:pt x="2420391" y="813260"/>
                    </a:lnTo>
                    <a:moveTo>
                      <a:pt x="1319492" y="2015982"/>
                    </a:moveTo>
                    <a:lnTo>
                      <a:pt x="2458782" y="876692"/>
                    </a:lnTo>
                    <a:moveTo>
                      <a:pt x="1410193" y="2027104"/>
                    </a:moveTo>
                    <a:lnTo>
                      <a:pt x="2497173" y="940124"/>
                    </a:lnTo>
                    <a:moveTo>
                      <a:pt x="1596909" y="1942212"/>
                    </a:moveTo>
                    <a:lnTo>
                      <a:pt x="2535565" y="1003556"/>
                    </a:lnTo>
                    <a:moveTo>
                      <a:pt x="1783624" y="1857320"/>
                    </a:moveTo>
                    <a:lnTo>
                      <a:pt x="2573956" y="1066988"/>
                    </a:lnTo>
                    <a:moveTo>
                      <a:pt x="1970340" y="1772428"/>
                    </a:moveTo>
                    <a:lnTo>
                      <a:pt x="2612347" y="1130420"/>
                    </a:lnTo>
                    <a:moveTo>
                      <a:pt x="2157055" y="1687535"/>
                    </a:moveTo>
                    <a:lnTo>
                      <a:pt x="2650738" y="1193852"/>
                    </a:lnTo>
                    <a:moveTo>
                      <a:pt x="2343771" y="1602643"/>
                    </a:moveTo>
                    <a:lnTo>
                      <a:pt x="2689130" y="1257285"/>
                    </a:lnTo>
                    <a:moveTo>
                      <a:pt x="2530487" y="1517751"/>
                    </a:moveTo>
                    <a:lnTo>
                      <a:pt x="2727521" y="1320717"/>
                    </a:lnTo>
                    <a:moveTo>
                      <a:pt x="2717202" y="1432859"/>
                    </a:moveTo>
                    <a:lnTo>
                      <a:pt x="2765912" y="1384149"/>
                    </a:lnTo>
                  </a:path>
                </a:pathLst>
              </a:custGeom>
              <a:noFill/>
              <a:ln w="6480" cap="flat">
                <a:solidFill>
                  <a:srgbClr val="6E6B66"/>
                </a:solidFill>
                <a:prstDash val="solid"/>
                <a:round/>
              </a:ln>
            </p:spPr>
          </p:sp>
        </p:grpSp>
        <p:grpSp>
          <p:nvGrpSpPr>
            <p:cNvPr id="22" name="image_1:overlay:territory"/>
            <p:cNvGrpSpPr/>
            <p:nvPr/>
          </p:nvGrpSpPr>
          <p:grpSpPr>
            <a:xfrm>
              <a:off x="4445000" y="3594100"/>
              <a:ext cx="6223000" cy="4724400"/>
              <a:chOff x="4445000" y="3594100"/>
              <a:chExt cx="6223000" cy="4724400"/>
            </a:xfrm>
          </p:grpSpPr>
          <p:sp>
            <p:nvSpPr>
              <p:cNvPr id="21" name="image_1:overlay:territory:boundary_planning:ga9cdffac6b20"/>
              <p:cNvSpPr/>
              <p:nvPr/>
            </p:nvSpPr>
            <p:spPr>
              <a:xfrm>
                <a:off x="4445000" y="3594100"/>
                <a:ext cx="6223000" cy="4724400"/>
              </a:xfrm>
              <a:custGeom>
                <a:avLst/>
                <a:gdLst/>
                <a:ahLst/>
                <a:cxnLst/>
                <a:rect l="0" t="0" r="r" b="b"/>
                <a:pathLst>
                  <a:path w="6223000" h="4724400" fill="none">
                    <a:moveTo>
                      <a:pt x="3045720" y="4716380"/>
                    </a:moveTo>
                    <a:lnTo>
                      <a:pt x="6165840" y="2946980"/>
                    </a:lnTo>
                    <a:lnTo>
                      <a:pt x="6215520" y="2676260"/>
                    </a:lnTo>
                    <a:lnTo>
                      <a:pt x="4854000" y="1398620"/>
                    </a:lnTo>
                    <a:lnTo>
                      <a:pt x="3339480" y="7940"/>
                    </a:lnTo>
                    <a:lnTo>
                      <a:pt x="7320" y="1888940"/>
                    </a:lnTo>
                    <a:close/>
                  </a:path>
                </a:pathLst>
              </a:custGeom>
              <a:noFill/>
              <a:ln w="252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26" name="image_1:overlay:labels_zoning"/>
            <p:cNvGrpSpPr/>
            <p:nvPr/>
          </p:nvGrpSpPr>
          <p:grpSpPr>
            <a:xfrm>
              <a:off x="5676900" y="5448300"/>
              <a:ext cx="2997200" cy="1930400"/>
              <a:chOff x="5676900" y="5448300"/>
              <a:chExt cx="2997200" cy="1930400"/>
            </a:xfrm>
          </p:grpSpPr>
          <p:sp>
            <p:nvSpPr>
              <p:cNvPr id="23" name="image_1:overlay:labels_zoning:zones_pzz:00-00-7.1"/>
              <p:cNvSpPr txBox="1"/>
              <p:nvPr/>
            </p:nvSpPr>
            <p:spPr>
              <a:xfrm>
                <a:off x="5676900" y="6235700"/>
                <a:ext cx="1397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ctr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Р-1</a:t>
                </a:r>
              </a:p>
            </p:txBody>
          </p:sp>
          <p:sp>
            <p:nvSpPr>
              <p:cNvPr id="24" name="image_1:overlay:labels_zoning:zones_pzz:00-00-7.2"/>
              <p:cNvSpPr txBox="1"/>
              <p:nvPr/>
            </p:nvSpPr>
            <p:spPr>
              <a:xfrm>
                <a:off x="6565900" y="5448300"/>
                <a:ext cx="2159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ctr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ОД-1</a:t>
                </a:r>
              </a:p>
            </p:txBody>
          </p:sp>
          <p:sp>
            <p:nvSpPr>
              <p:cNvPr id="25" name="image_1:overlay:labels_zoning:zones_pzz:00-00-7.3"/>
              <p:cNvSpPr txBox="1"/>
              <p:nvPr/>
            </p:nvSpPr>
            <p:spPr>
              <a:xfrm>
                <a:off x="8509000" y="72517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ctr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Ж-3</a:t>
                </a:r>
              </a:p>
            </p:txBody>
          </p:sp>
        </p:grpSp>
        <p:grpSp>
          <p:nvGrpSpPr>
            <p:cNvPr id="39" name="image_1:overlay:legend"/>
            <p:cNvGrpSpPr/>
            <p:nvPr/>
          </p:nvGrpSpPr>
          <p:grpSpPr>
            <a:xfrm>
              <a:off x="1244600" y="7772400"/>
              <a:ext cx="2501900" cy="1473200"/>
              <a:chOff x="1244600" y="7772400"/>
              <a:chExt cx="2501900" cy="1473200"/>
            </a:xfrm>
          </p:grpSpPr>
          <p:sp>
            <p:nvSpPr>
              <p:cNvPr id="27" name="image_1:overlay:legend:plate"/>
              <p:cNvSpPr/>
              <p:nvPr/>
            </p:nvSpPr>
            <p:spPr>
              <a:xfrm>
                <a:off x="1244600" y="7772400"/>
                <a:ext cx="2501900" cy="1473200"/>
              </a:xfrm>
              <a:custGeom>
                <a:avLst/>
                <a:gdLst/>
                <a:ahLst/>
                <a:cxnLst/>
                <a:rect l="0" t="0" r="r" b="b"/>
                <a:pathLst>
                  <a:path w="2501900" h="1473200">
                    <a:moveTo>
                      <a:pt x="120" y="12480"/>
                    </a:moveTo>
                    <a:lnTo>
                      <a:pt x="2492539" y="12480"/>
                    </a:lnTo>
                    <a:lnTo>
                      <a:pt x="2492539" y="1473160"/>
                    </a:lnTo>
                    <a:lnTo>
                      <a:pt x="120" y="147316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8" name="image_1:overlay:legend:swatch-territory"/>
              <p:cNvSpPr/>
              <p:nvPr/>
            </p:nvSpPr>
            <p:spPr>
              <a:xfrm>
                <a:off x="1422400" y="79756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 fill="none">
                    <a:moveTo>
                      <a:pt x="160" y="4020"/>
                    </a:moveTo>
                    <a:lnTo>
                      <a:pt x="216160" y="4020"/>
                    </a:lnTo>
                    <a:lnTo>
                      <a:pt x="216160" y="148020"/>
                    </a:lnTo>
                    <a:lnTo>
                      <a:pt x="160" y="148020"/>
                    </a:lnTo>
                    <a:close/>
                  </a:path>
                </a:pathLst>
              </a:custGeom>
              <a:noFill/>
              <a:ln w="252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29" name="image_1:overlay:legend:label-territory"/>
              <p:cNvSpPr txBox="1"/>
              <p:nvPr/>
            </p:nvSpPr>
            <p:spPr>
              <a:xfrm>
                <a:off x="1714500" y="7962900"/>
                <a:ext cx="18542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Граница проекта планировки</a:t>
                </a:r>
              </a:p>
            </p:txBody>
          </p:sp>
          <p:sp>
            <p:nvSpPr>
              <p:cNvPr id="30" name="image_1:overlay:legend:swatch-zone_sanitary"/>
              <p:cNvSpPr/>
              <p:nvPr/>
            </p:nvSpPr>
            <p:spPr>
              <a:xfrm>
                <a:off x="1422400" y="82042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 fill="none">
                    <a:moveTo>
                      <a:pt x="160" y="7220"/>
                    </a:moveTo>
                    <a:lnTo>
                      <a:pt x="216160" y="7220"/>
                    </a:lnTo>
                    <a:lnTo>
                      <a:pt x="216160" y="151220"/>
                    </a:lnTo>
                    <a:lnTo>
                      <a:pt x="160" y="151220"/>
                    </a:lnTo>
                    <a:close/>
                  </a:path>
                </a:pathLst>
              </a:custGeom>
              <a:noFill/>
              <a:ln w="9000" cap="flat">
                <a:solidFill>
                  <a:srgbClr val="6E6B66"/>
                </a:solidFill>
                <a:custDash>
                  <a:ds d="1200000" sp="600000"/>
                </a:custDash>
                <a:round/>
              </a:ln>
            </p:spPr>
          </p:sp>
          <p:sp>
            <p:nvSpPr>
              <p:cNvPr id="31" name="image_1:overlay:legend:swatch-zone_sanitary-hatch"/>
              <p:cNvSpPr/>
              <p:nvPr/>
            </p:nvSpPr>
            <p:spPr>
              <a:xfrm>
                <a:off x="1422400" y="82042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 fill="none">
                    <a:moveTo>
                      <a:pt x="160" y="40206"/>
                    </a:moveTo>
                    <a:lnTo>
                      <a:pt x="33146" y="7220"/>
                    </a:lnTo>
                    <a:moveTo>
                      <a:pt x="160" y="142030"/>
                    </a:moveTo>
                    <a:lnTo>
                      <a:pt x="134970" y="7220"/>
                    </a:lnTo>
                    <a:moveTo>
                      <a:pt x="92793" y="151220"/>
                    </a:moveTo>
                    <a:lnTo>
                      <a:pt x="216160" y="27853"/>
                    </a:lnTo>
                    <a:moveTo>
                      <a:pt x="194616" y="151220"/>
                    </a:moveTo>
                    <a:lnTo>
                      <a:pt x="216160" y="129676"/>
                    </a:lnTo>
                  </a:path>
                </a:pathLst>
              </a:custGeom>
              <a:noFill/>
              <a:ln w="6480" cap="flat">
                <a:solidFill>
                  <a:srgbClr val="6E6B66"/>
                </a:solidFill>
                <a:prstDash val="solid"/>
                <a:round/>
              </a:ln>
            </p:spPr>
          </p:sp>
          <p:sp>
            <p:nvSpPr>
              <p:cNvPr id="32" name="image_1:overlay:legend:label-zone_sanitary"/>
              <p:cNvSpPr txBox="1"/>
              <p:nvPr/>
            </p:nvSpPr>
            <p:spPr>
              <a:xfrm>
                <a:off x="1714500" y="8191500"/>
                <a:ext cx="16510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Санитарно-защитная зона</a:t>
                </a:r>
              </a:p>
            </p:txBody>
          </p:sp>
          <p:sp>
            <p:nvSpPr>
              <p:cNvPr id="33" name="image_1:overlay:legend:swatch-zoning-Ж"/>
              <p:cNvSpPr/>
              <p:nvPr/>
            </p:nvSpPr>
            <p:spPr>
              <a:xfrm>
                <a:off x="1422400" y="8432800"/>
                <a:ext cx="228600" cy="1651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65100">
                    <a:moveTo>
                      <a:pt x="160" y="10420"/>
                    </a:moveTo>
                    <a:lnTo>
                      <a:pt x="216160" y="10420"/>
                    </a:lnTo>
                    <a:lnTo>
                      <a:pt x="216160" y="154420"/>
                    </a:lnTo>
                    <a:lnTo>
                      <a:pt x="160" y="154420"/>
                    </a:lnTo>
                    <a:close/>
                  </a:path>
                </a:pathLst>
              </a:custGeom>
              <a:solidFill>
                <a:srgbClr val="F9F0E1"/>
              </a:solidFill>
              <a:ln w="9000" cap="flat">
                <a:solidFill>
                  <a:srgbClr val="BFBFBF"/>
                </a:solidFill>
                <a:prstDash val="solid"/>
                <a:round/>
              </a:ln>
            </p:spPr>
          </p:sp>
          <p:sp>
            <p:nvSpPr>
              <p:cNvPr id="34" name="image_1:overlay:legend:label-zoning-Ж"/>
              <p:cNvSpPr txBox="1"/>
              <p:nvPr/>
            </p:nvSpPr>
            <p:spPr>
              <a:xfrm>
                <a:off x="1714500" y="8420100"/>
                <a:ext cx="6223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Жилая (Ж)</a:t>
                </a:r>
              </a:p>
            </p:txBody>
          </p:sp>
          <p:sp>
            <p:nvSpPr>
              <p:cNvPr id="35" name="image_1:overlay:legend:swatch-zoning-ОД"/>
              <p:cNvSpPr/>
              <p:nvPr/>
            </p:nvSpPr>
            <p:spPr>
              <a:xfrm>
                <a:off x="1422400" y="86741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>
                    <a:moveTo>
                      <a:pt x="160" y="920"/>
                    </a:moveTo>
                    <a:lnTo>
                      <a:pt x="216160" y="920"/>
                    </a:lnTo>
                    <a:lnTo>
                      <a:pt x="216160" y="144920"/>
                    </a:lnTo>
                    <a:lnTo>
                      <a:pt x="160" y="144920"/>
                    </a:lnTo>
                    <a:close/>
                  </a:path>
                </a:pathLst>
              </a:custGeom>
              <a:solidFill>
                <a:srgbClr val="C29E9A"/>
              </a:solidFill>
              <a:ln>
                <a:noFill/>
              </a:ln>
            </p:spPr>
          </p:sp>
          <p:sp>
            <p:nvSpPr>
              <p:cNvPr id="36" name="image_1:overlay:legend:label-zoning-ОД"/>
              <p:cNvSpPr txBox="1"/>
              <p:nvPr/>
            </p:nvSpPr>
            <p:spPr>
              <a:xfrm>
                <a:off x="1714500" y="8661400"/>
                <a:ext cx="17145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Общественно-деловая (ОД)</a:t>
                </a:r>
              </a:p>
            </p:txBody>
          </p:sp>
          <p:sp>
            <p:nvSpPr>
              <p:cNvPr id="37" name="image_1:overlay:legend:swatch-zoning-Р"/>
              <p:cNvSpPr/>
              <p:nvPr/>
            </p:nvSpPr>
            <p:spPr>
              <a:xfrm>
                <a:off x="1422400" y="89027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>
                    <a:moveTo>
                      <a:pt x="160" y="4120"/>
                    </a:moveTo>
                    <a:lnTo>
                      <a:pt x="216160" y="4120"/>
                    </a:lnTo>
                    <a:lnTo>
                      <a:pt x="216160" y="148120"/>
                    </a:lnTo>
                    <a:lnTo>
                      <a:pt x="160" y="148120"/>
                    </a:lnTo>
                    <a:close/>
                  </a:path>
                </a:pathLst>
              </a:custGeom>
              <a:solidFill>
                <a:srgbClr val="C9D6B8"/>
              </a:solidFill>
              <a:ln>
                <a:noFill/>
              </a:ln>
            </p:spPr>
          </p:sp>
          <p:sp>
            <p:nvSpPr>
              <p:cNvPr id="38" name="image_1:overlay:legend:label-zoning-Р"/>
              <p:cNvSpPr txBox="1"/>
              <p:nvPr/>
            </p:nvSpPr>
            <p:spPr>
              <a:xfrm>
                <a:off x="1714500" y="8890000"/>
                <a:ext cx="11684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Рекреационная (Р)</a:t>
                </a:r>
              </a:p>
            </p:txBody>
          </p:sp>
        </p:grpSp>
        <p:grpSp>
          <p:nvGrpSpPr>
            <p:cNvPr id="45" name="image_1:overlay:scale_bar"/>
            <p:cNvGrpSpPr/>
            <p:nvPr/>
          </p:nvGrpSpPr>
          <p:grpSpPr>
            <a:xfrm>
              <a:off x="13271500" y="9309100"/>
              <a:ext cx="1003300" cy="292100"/>
              <a:chOff x="13271500" y="9309100"/>
              <a:chExt cx="1003300" cy="292100"/>
            </a:xfrm>
          </p:grpSpPr>
          <p:sp>
            <p:nvSpPr>
              <p:cNvPr id="40" name="image_1:overlay:scale_bar:plate"/>
              <p:cNvSpPr/>
              <p:nvPr/>
            </p:nvSpPr>
            <p:spPr>
              <a:xfrm>
                <a:off x="13271500" y="9309100"/>
                <a:ext cx="10033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003300" h="292100">
                    <a:moveTo>
                      <a:pt x="12475" y="2418"/>
                    </a:moveTo>
                    <a:lnTo>
                      <a:pt x="994454" y="2418"/>
                    </a:lnTo>
                    <a:lnTo>
                      <a:pt x="994454" y="290000"/>
                    </a:lnTo>
                    <a:lnTo>
                      <a:pt x="12475" y="29000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1" name="image_1:overlay:scale_bar:line"/>
              <p:cNvSpPr/>
              <p:nvPr/>
            </p:nvSpPr>
            <p:spPr>
              <a:xfrm>
                <a:off x="13335000" y="9499600"/>
                <a:ext cx="7366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736600" h="63500" fill="none">
                    <a:moveTo>
                      <a:pt x="10400" y="59000"/>
                    </a:moveTo>
                    <a:lnTo>
                      <a:pt x="730400" y="59000"/>
                    </a:lnTo>
                    <a:moveTo>
                      <a:pt x="10400" y="59000"/>
                    </a:moveTo>
                    <a:lnTo>
                      <a:pt x="10400" y="5000"/>
                    </a:lnTo>
                    <a:moveTo>
                      <a:pt x="370400" y="59000"/>
                    </a:moveTo>
                    <a:lnTo>
                      <a:pt x="370400" y="5000"/>
                    </a:lnTo>
                    <a:moveTo>
                      <a:pt x="730400" y="59000"/>
                    </a:moveTo>
                    <a:lnTo>
                      <a:pt x="730400" y="500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42" name="image_1:overlay:scale_bar:label-0"/>
              <p:cNvSpPr txBox="1"/>
              <p:nvPr/>
            </p:nvSpPr>
            <p:spPr>
              <a:xfrm>
                <a:off x="13322300" y="9347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43" name="image_1:overlay:scale_bar:label-1"/>
              <p:cNvSpPr txBox="1"/>
              <p:nvPr/>
            </p:nvSpPr>
            <p:spPr>
              <a:xfrm>
                <a:off x="13652500" y="9347200"/>
                <a:ext cx="1143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50</a:t>
                </a:r>
              </a:p>
            </p:txBody>
          </p:sp>
          <p:sp>
            <p:nvSpPr>
              <p:cNvPr id="44" name="image_1:overlay:scale_bar:label-2"/>
              <p:cNvSpPr txBox="1"/>
              <p:nvPr/>
            </p:nvSpPr>
            <p:spPr>
              <a:xfrm>
                <a:off x="13995400" y="9347200"/>
                <a:ext cx="2413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100 м</a:t>
                </a: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3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У Таганрога-Пассажирского больше школ в 15 минутах пешком</a:t>
            </a:r>
          </a:p>
          <a:p>
            <a:pPr lvl="1"/>
            <a:r>
              <a:rPr lang="ru-RU"/>
              <a:t>Один масштаб и одна легенда; счет — объекты внутри изохроны от станции</a:t>
            </a:r>
          </a:p>
        </p:txBody>
      </p:sp>
      <p:pic>
        <p:nvPicPr>
          <p:cNvPr id="4" name="image_1" descr="k1-compare-a.png"/>
          <p:cNvPicPr>
            <a:picLocks noGrp="1" noChangeAspect="1"/>
          </p:cNvPicPr>
          <p:nvPr>
            <p:ph type="pic" idx="12"/>
          </p:nvPr>
        </p:nvPicPr>
        <p:blipFill>
          <a:blip r:embed="rId2"/>
          <a:srcRect/>
          <a:stretch>
            <a:fillRect/>
          </a:stretch>
        </p:blipFill>
        <p:spPr>
          <a:xfrm>
            <a:off x="4178300" y="2133600"/>
            <a:ext cx="3288792" cy="3200400"/>
          </a:xfrm>
        </p:spPr>
      </p:pic>
      <p:sp>
        <p:nvSpPr>
          <p:cNvPr id="5" name="caption_1"/>
          <p:cNvSpPr>
            <a:spLocks noGrp="1"/>
          </p:cNvSpPr>
          <p:nvPr>
            <p:ph type="body" idx="13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От станции Таганрог-II</a:t>
            </a:r>
          </a:p>
        </p:txBody>
      </p:sp>
      <p:pic>
        <p:nvPicPr>
          <p:cNvPr id="6" name="image_2" descr="k1-compare-b.png"/>
          <p:cNvPicPr>
            <a:picLocks noGrp="1" noChangeAspect="1"/>
          </p:cNvPicPr>
          <p:nvPr>
            <p:ph type="pic" idx="14"/>
          </p:nvPr>
        </p:nvPicPr>
        <p:blipFill>
          <a:blip r:embed="rId3"/>
          <a:srcRect/>
          <a:stretch>
            <a:fillRect/>
          </a:stretch>
        </p:blipFill>
        <p:spPr>
          <a:xfrm>
            <a:off x="7645400" y="2133600"/>
            <a:ext cx="3288792" cy="3200400"/>
          </a:xfrm>
        </p:spPr>
      </p:pic>
      <p:sp>
        <p:nvSpPr>
          <p:cNvPr id="7" name="caption_2"/>
          <p:cNvSpPr>
            <a:spLocks noGrp="1"/>
          </p:cNvSpPr>
          <p:nvPr>
            <p:ph type="body" idx="15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От станции Таганрог-Пассажирский</a:t>
            </a:r>
          </a:p>
        </p:txBody>
      </p:sp>
      <p:graphicFrame>
        <p:nvGraphicFramePr>
          <p:cNvPr id="10" name="table_1"/>
          <p:cNvGraphicFramePr>
            <a:graphicFrameLocks noGrp="1"/>
          </p:cNvGraphicFramePr>
          <p:nvPr>
            <p:ph type="tbl" idx="18"/>
          </p:nvPr>
        </p:nvGraphicFramePr>
        <p:xfrm>
          <a:off x="711200" y="6223000"/>
          <a:ext cx="6756400" cy="1778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89300"/>
                <a:gridCol w="1155700"/>
                <a:gridCol w="2311400"/>
              </a:tblGrid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Показатель</a:t>
                      </a:r>
                    </a:p>
                  </a:txBody>
                  <a:tcPr marL="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Таганрог-II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Таганрог-Пассажирский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Школы в 15 минутах пешком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7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Детские сады в 15 минутах пешком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Площадь изохроны 15 минут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229,75 га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282,49 га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Улицы в изохроне 15 минут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38,09 км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58,95 км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footer_sources"/>
          <p:cNvSpPr>
            <a:spLocks noGrp="1"/>
          </p:cNvSpPr>
          <p:nvPr>
            <p:ph type="body" idx="19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OpenStreetMap через Overture Maps 2026-09-23.0, ODbL 1.0; расчет картографа по графу OpenStreetMap через Overture Maps 2026-09-23.0, ODbL 1.0; Overture Maps Places 2026-09-23.0, CDLA-Permissive-2.0; подложка: OpenStreetMap через Overture Maps 2026-09-23.0, ODbL 1.0, 23.09.2026; карта, справочные данные, 09.2026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3/3</a:t>
            </a:r>
          </a:p>
        </p:txBody>
      </p:sp>
      <p:grpSp>
        <p:nvGrpSpPr>
          <p:cNvPr id="21" name="legend:overlay"/>
          <p:cNvGrpSpPr/>
          <p:nvPr/>
        </p:nvGrpSpPr>
        <p:grpSpPr>
          <a:xfrm>
            <a:off x="711200" y="2133600"/>
            <a:ext cx="3289300" cy="3200400"/>
            <a:chOff x="711200" y="2133600"/>
            <a:chExt cx="3289300" cy="3200400"/>
          </a:xfrm>
        </p:grpSpPr>
        <p:sp>
          <p:nvSpPr>
            <p:cNvPr id="13" name="legend:overlay:legend:swatch-point_1"/>
            <p:cNvSpPr/>
            <p:nvPr/>
          </p:nvSpPr>
          <p:spPr>
            <a:xfrm>
              <a:off x="774700" y="45085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4" name="legend:overlay:legend:label-point_1"/>
            <p:cNvSpPr txBox="1"/>
            <p:nvPr/>
          </p:nvSpPr>
          <p:spPr>
            <a:xfrm>
              <a:off x="1003300" y="4457700"/>
              <a:ext cx="44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b">
              <a:noAutofit/>
            </a:bodyPr>
            <a:lstStyle/>
            <a:p>
              <a:pPr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Школы</a:t>
              </a:r>
            </a:p>
          </p:txBody>
        </p:sp>
        <p:sp>
          <p:nvSpPr>
            <p:cNvPr id="15" name="legend:overlay:legend:swatch-point_2"/>
            <p:cNvSpPr/>
            <p:nvPr/>
          </p:nvSpPr>
          <p:spPr>
            <a:xfrm>
              <a:off x="774700" y="47371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6" name="legend:overlay:legend:label-point_2"/>
            <p:cNvSpPr txBox="1"/>
            <p:nvPr/>
          </p:nvSpPr>
          <p:spPr>
            <a:xfrm>
              <a:off x="1003300" y="4686300"/>
              <a:ext cx="838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b">
              <a:noAutofit/>
            </a:bodyPr>
            <a:lstStyle/>
            <a:p>
              <a:pPr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Детские сады</a:t>
              </a:r>
            </a:p>
          </p:txBody>
        </p:sp>
        <p:sp>
          <p:nvSpPr>
            <p:cNvPr id="17" name="legend:overlay:legend:swatch-reach_walk"/>
            <p:cNvSpPr/>
            <p:nvPr/>
          </p:nvSpPr>
          <p:spPr>
            <a:xfrm>
              <a:off x="711200" y="49403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1000"/>
                  </a:moveTo>
                  <a:lnTo>
                    <a:pt x="216000" y="1000"/>
                  </a:lnTo>
                  <a:lnTo>
                    <a:pt x="216000" y="145000"/>
                  </a:lnTo>
                  <a:lnTo>
                    <a:pt x="0" y="14500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18" name="legend:overlay:legend:label-reach_walk"/>
            <p:cNvSpPr txBox="1"/>
            <p:nvPr/>
          </p:nvSpPr>
          <p:spPr>
            <a:xfrm>
              <a:off x="1003300" y="4927600"/>
              <a:ext cx="18034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b">
              <a:noAutofit/>
            </a:bodyPr>
            <a:lstStyle/>
            <a:p>
              <a:pPr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15 минут пешком от станции</a:t>
              </a:r>
            </a:p>
          </p:txBody>
        </p:sp>
        <p:sp>
          <p:nvSpPr>
            <p:cNvPr id="19" name="legend:overlay:legend:swatch-stop"/>
            <p:cNvSpPr/>
            <p:nvPr/>
          </p:nvSpPr>
          <p:spPr>
            <a:xfrm>
              <a:off x="787400" y="5207000"/>
              <a:ext cx="76200" cy="76200"/>
            </a:xfrm>
            <a:prstGeom prst="rect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0" name="legend:overlay:legend:label-stop"/>
            <p:cNvSpPr txBox="1"/>
            <p:nvPr/>
          </p:nvSpPr>
          <p:spPr>
            <a:xfrm>
              <a:off x="1003300" y="5156200"/>
              <a:ext cx="170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b">
              <a:noAutofit/>
            </a:bodyPr>
            <a:lstStyle/>
            <a:p>
              <a:pPr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Железнодорожная станция</a:t>
              </a:r>
            </a:p>
          </p:txBody>
        </p:sp>
      </p:grpSp>
      <p:grpSp>
        <p:nvGrpSpPr>
          <p:cNvPr id="40" name="image_1:overlay"/>
          <p:cNvGrpSpPr/>
          <p:nvPr/>
        </p:nvGrpSpPr>
        <p:grpSpPr>
          <a:xfrm>
            <a:off x="4178300" y="2133600"/>
            <a:ext cx="3289300" cy="3200400"/>
            <a:chOff x="4178300" y="2133600"/>
            <a:chExt cx="3289300" cy="3200400"/>
          </a:xfrm>
        </p:grpSpPr>
        <p:grpSp>
          <p:nvGrpSpPr>
            <p:cNvPr id="23" name="image_1:overlay:stop"/>
            <p:cNvGrpSpPr/>
            <p:nvPr/>
          </p:nvGrpSpPr>
          <p:grpSpPr>
            <a:xfrm>
              <a:off x="5727700" y="3657600"/>
              <a:ext cx="76200" cy="76200"/>
              <a:chOff x="5727700" y="3657600"/>
              <a:chExt cx="76200" cy="76200"/>
            </a:xfrm>
          </p:grpSpPr>
          <p:sp>
            <p:nvSpPr>
              <p:cNvPr id="22" name="image_1:overlay:stop:transit_stops:osm-n1501726533"/>
              <p:cNvSpPr/>
              <p:nvPr/>
            </p:nvSpPr>
            <p:spPr>
              <a:xfrm>
                <a:off x="5727700" y="3657600"/>
                <a:ext cx="76200" cy="76200"/>
              </a:xfrm>
              <a:prstGeom prst="rect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25" name="image_1:overlay:reach_walk"/>
            <p:cNvGrpSpPr/>
            <p:nvPr/>
          </p:nvGrpSpPr>
          <p:grpSpPr>
            <a:xfrm>
              <a:off x="4775200" y="2501900"/>
              <a:ext cx="2095500" cy="2463800"/>
              <a:chOff x="4775200" y="2501900"/>
              <a:chExt cx="2095500" cy="2463800"/>
            </a:xfrm>
          </p:grpSpPr>
          <p:sp>
            <p:nvSpPr>
              <p:cNvPr id="24" name="image_1:overlay:reach_walk:isochrones:walk-15-transit_stops-osm-n1501726533"/>
              <p:cNvSpPr/>
              <p:nvPr/>
            </p:nvSpPr>
            <p:spPr>
              <a:xfrm>
                <a:off x="4775200" y="2501900"/>
                <a:ext cx="2095500" cy="2463800"/>
              </a:xfrm>
              <a:custGeom>
                <a:avLst/>
                <a:gdLst/>
                <a:ahLst/>
                <a:cxnLst/>
                <a:rect l="0" t="0" r="r" b="b"/>
                <a:pathLst>
                  <a:path w="2095500" h="2463800" fill="none">
                    <a:moveTo>
                      <a:pt x="29140" y="899620"/>
                    </a:moveTo>
                    <a:lnTo>
                      <a:pt x="35260" y="926980"/>
                    </a:lnTo>
                    <a:lnTo>
                      <a:pt x="47500" y="941020"/>
                    </a:lnTo>
                    <a:lnTo>
                      <a:pt x="73420" y="951100"/>
                    </a:lnTo>
                    <a:lnTo>
                      <a:pt x="92140" y="948580"/>
                    </a:lnTo>
                    <a:lnTo>
                      <a:pt x="114820" y="932740"/>
                    </a:lnTo>
                    <a:lnTo>
                      <a:pt x="125620" y="913300"/>
                    </a:lnTo>
                    <a:lnTo>
                      <a:pt x="184300" y="956140"/>
                    </a:lnTo>
                    <a:lnTo>
                      <a:pt x="161260" y="996460"/>
                    </a:lnTo>
                    <a:lnTo>
                      <a:pt x="127060" y="988180"/>
                    </a:lnTo>
                    <a:lnTo>
                      <a:pt x="99700" y="970180"/>
                    </a:lnTo>
                    <a:lnTo>
                      <a:pt x="71980" y="972340"/>
                    </a:lnTo>
                    <a:lnTo>
                      <a:pt x="50020" y="989260"/>
                    </a:lnTo>
                    <a:lnTo>
                      <a:pt x="41020" y="1015900"/>
                    </a:lnTo>
                    <a:lnTo>
                      <a:pt x="43540" y="1035700"/>
                    </a:lnTo>
                    <a:lnTo>
                      <a:pt x="58300" y="1058740"/>
                    </a:lnTo>
                    <a:lnTo>
                      <a:pt x="100060" y="1081420"/>
                    </a:lnTo>
                    <a:lnTo>
                      <a:pt x="68380" y="1095460"/>
                    </a:lnTo>
                    <a:lnTo>
                      <a:pt x="57940" y="1110940"/>
                    </a:lnTo>
                    <a:lnTo>
                      <a:pt x="54340" y="1129300"/>
                    </a:lnTo>
                    <a:lnTo>
                      <a:pt x="57940" y="1147660"/>
                    </a:lnTo>
                    <a:lnTo>
                      <a:pt x="69100" y="1163860"/>
                    </a:lnTo>
                    <a:lnTo>
                      <a:pt x="67300" y="1183300"/>
                    </a:lnTo>
                    <a:lnTo>
                      <a:pt x="78460" y="1208860"/>
                    </a:lnTo>
                    <a:lnTo>
                      <a:pt x="101860" y="1223980"/>
                    </a:lnTo>
                    <a:lnTo>
                      <a:pt x="127420" y="1223620"/>
                    </a:lnTo>
                    <a:lnTo>
                      <a:pt x="124180" y="1260340"/>
                    </a:lnTo>
                    <a:lnTo>
                      <a:pt x="107260" y="1288420"/>
                    </a:lnTo>
                    <a:lnTo>
                      <a:pt x="110500" y="1316140"/>
                    </a:lnTo>
                    <a:lnTo>
                      <a:pt x="128500" y="1337380"/>
                    </a:lnTo>
                    <a:lnTo>
                      <a:pt x="214180" y="1391020"/>
                    </a:lnTo>
                    <a:lnTo>
                      <a:pt x="177820" y="1465180"/>
                    </a:lnTo>
                    <a:lnTo>
                      <a:pt x="142540" y="1463020"/>
                    </a:lnTo>
                    <a:lnTo>
                      <a:pt x="119860" y="1479580"/>
                    </a:lnTo>
                    <a:lnTo>
                      <a:pt x="110140" y="1505500"/>
                    </a:lnTo>
                    <a:lnTo>
                      <a:pt x="112660" y="1524220"/>
                    </a:lnTo>
                    <a:lnTo>
                      <a:pt x="136060" y="1551220"/>
                    </a:lnTo>
                    <a:lnTo>
                      <a:pt x="132100" y="1577860"/>
                    </a:lnTo>
                    <a:lnTo>
                      <a:pt x="143980" y="1603420"/>
                    </a:lnTo>
                    <a:lnTo>
                      <a:pt x="167740" y="1617820"/>
                    </a:lnTo>
                    <a:lnTo>
                      <a:pt x="191860" y="1617460"/>
                    </a:lnTo>
                    <a:lnTo>
                      <a:pt x="169900" y="1665700"/>
                    </a:lnTo>
                    <a:lnTo>
                      <a:pt x="171340" y="1693780"/>
                    </a:lnTo>
                    <a:lnTo>
                      <a:pt x="187540" y="1716100"/>
                    </a:lnTo>
                    <a:lnTo>
                      <a:pt x="204460" y="1724020"/>
                    </a:lnTo>
                    <a:lnTo>
                      <a:pt x="222820" y="1725100"/>
                    </a:lnTo>
                    <a:lnTo>
                      <a:pt x="203020" y="1775140"/>
                    </a:lnTo>
                    <a:lnTo>
                      <a:pt x="205540" y="1793860"/>
                    </a:lnTo>
                    <a:lnTo>
                      <a:pt x="215260" y="1810060"/>
                    </a:lnTo>
                    <a:lnTo>
                      <a:pt x="239020" y="1824460"/>
                    </a:lnTo>
                    <a:lnTo>
                      <a:pt x="269260" y="1821940"/>
                    </a:lnTo>
                    <a:lnTo>
                      <a:pt x="244060" y="1879540"/>
                    </a:lnTo>
                    <a:lnTo>
                      <a:pt x="249820" y="1906540"/>
                    </a:lnTo>
                    <a:lnTo>
                      <a:pt x="269980" y="1925980"/>
                    </a:lnTo>
                    <a:lnTo>
                      <a:pt x="297340" y="1931020"/>
                    </a:lnTo>
                    <a:lnTo>
                      <a:pt x="314980" y="1925260"/>
                    </a:lnTo>
                    <a:lnTo>
                      <a:pt x="329380" y="1913020"/>
                    </a:lnTo>
                    <a:lnTo>
                      <a:pt x="439180" y="1700980"/>
                    </a:lnTo>
                    <a:lnTo>
                      <a:pt x="509740" y="1735900"/>
                    </a:lnTo>
                    <a:lnTo>
                      <a:pt x="407500" y="1955140"/>
                    </a:lnTo>
                    <a:lnTo>
                      <a:pt x="383740" y="1929580"/>
                    </a:lnTo>
                    <a:lnTo>
                      <a:pt x="365740" y="1924900"/>
                    </a:lnTo>
                    <a:lnTo>
                      <a:pt x="347020" y="1927780"/>
                    </a:lnTo>
                    <a:lnTo>
                      <a:pt x="300940" y="1948300"/>
                    </a:lnTo>
                    <a:lnTo>
                      <a:pt x="286900" y="1972060"/>
                    </a:lnTo>
                    <a:lnTo>
                      <a:pt x="286180" y="1990780"/>
                    </a:lnTo>
                    <a:lnTo>
                      <a:pt x="292660" y="2008420"/>
                    </a:lnTo>
                    <a:lnTo>
                      <a:pt x="305260" y="2022460"/>
                    </a:lnTo>
                    <a:lnTo>
                      <a:pt x="362500" y="2050180"/>
                    </a:lnTo>
                    <a:lnTo>
                      <a:pt x="336580" y="2093380"/>
                    </a:lnTo>
                    <a:lnTo>
                      <a:pt x="331900" y="2111740"/>
                    </a:lnTo>
                    <a:lnTo>
                      <a:pt x="340900" y="2145220"/>
                    </a:lnTo>
                    <a:lnTo>
                      <a:pt x="361780" y="2163940"/>
                    </a:lnTo>
                    <a:lnTo>
                      <a:pt x="389140" y="2167900"/>
                    </a:lnTo>
                    <a:lnTo>
                      <a:pt x="420820" y="2153500"/>
                    </a:lnTo>
                    <a:lnTo>
                      <a:pt x="431980" y="2138380"/>
                    </a:lnTo>
                    <a:lnTo>
                      <a:pt x="449260" y="2091580"/>
                    </a:lnTo>
                    <a:lnTo>
                      <a:pt x="657700" y="2191300"/>
                    </a:lnTo>
                    <a:lnTo>
                      <a:pt x="563740" y="2389660"/>
                    </a:lnTo>
                    <a:lnTo>
                      <a:pt x="562660" y="2408380"/>
                    </a:lnTo>
                    <a:lnTo>
                      <a:pt x="569140" y="2426020"/>
                    </a:lnTo>
                    <a:lnTo>
                      <a:pt x="599020" y="2458420"/>
                    </a:lnTo>
                    <a:lnTo>
                      <a:pt x="617020" y="2463100"/>
                    </a:lnTo>
                    <a:lnTo>
                      <a:pt x="635740" y="2460580"/>
                    </a:lnTo>
                    <a:lnTo>
                      <a:pt x="658060" y="2444020"/>
                    </a:lnTo>
                    <a:lnTo>
                      <a:pt x="758500" y="2238100"/>
                    </a:lnTo>
                    <a:lnTo>
                      <a:pt x="966580" y="2332780"/>
                    </a:lnTo>
                    <a:lnTo>
                      <a:pt x="994300" y="2330980"/>
                    </a:lnTo>
                    <a:lnTo>
                      <a:pt x="1016620" y="2314420"/>
                    </a:lnTo>
                    <a:lnTo>
                      <a:pt x="1024540" y="2297140"/>
                    </a:lnTo>
                    <a:lnTo>
                      <a:pt x="1025260" y="2278420"/>
                    </a:lnTo>
                    <a:lnTo>
                      <a:pt x="1018780" y="2261140"/>
                    </a:lnTo>
                    <a:lnTo>
                      <a:pt x="1005820" y="2247100"/>
                    </a:lnTo>
                    <a:lnTo>
                      <a:pt x="799540" y="2151340"/>
                    </a:lnTo>
                    <a:lnTo>
                      <a:pt x="848860" y="2048020"/>
                    </a:lnTo>
                    <a:lnTo>
                      <a:pt x="894940" y="2069620"/>
                    </a:lnTo>
                    <a:lnTo>
                      <a:pt x="911140" y="2100940"/>
                    </a:lnTo>
                    <a:lnTo>
                      <a:pt x="933820" y="2117500"/>
                    </a:lnTo>
                    <a:lnTo>
                      <a:pt x="961540" y="2118580"/>
                    </a:lnTo>
                    <a:lnTo>
                      <a:pt x="986020" y="2103100"/>
                    </a:lnTo>
                    <a:lnTo>
                      <a:pt x="1010860" y="2114620"/>
                    </a:lnTo>
                    <a:lnTo>
                      <a:pt x="998620" y="2148100"/>
                    </a:lnTo>
                    <a:lnTo>
                      <a:pt x="1024900" y="2255380"/>
                    </a:lnTo>
                    <a:lnTo>
                      <a:pt x="1041460" y="2277700"/>
                    </a:lnTo>
                    <a:lnTo>
                      <a:pt x="1067740" y="2287420"/>
                    </a:lnTo>
                    <a:lnTo>
                      <a:pt x="1097260" y="2279860"/>
                    </a:lnTo>
                    <a:lnTo>
                      <a:pt x="1115620" y="2258980"/>
                    </a:lnTo>
                    <a:lnTo>
                      <a:pt x="1119220" y="2231260"/>
                    </a:lnTo>
                    <a:lnTo>
                      <a:pt x="1104100" y="2182300"/>
                    </a:lnTo>
                    <a:lnTo>
                      <a:pt x="1125700" y="2173300"/>
                    </a:lnTo>
                    <a:lnTo>
                      <a:pt x="1138660" y="2158900"/>
                    </a:lnTo>
                    <a:lnTo>
                      <a:pt x="1154860" y="2111740"/>
                    </a:lnTo>
                    <a:lnTo>
                      <a:pt x="1149100" y="2082580"/>
                    </a:lnTo>
                    <a:lnTo>
                      <a:pt x="1135780" y="2067820"/>
                    </a:lnTo>
                    <a:lnTo>
                      <a:pt x="1065220" y="2033980"/>
                    </a:lnTo>
                    <a:lnTo>
                      <a:pt x="1075660" y="2012380"/>
                    </a:lnTo>
                    <a:lnTo>
                      <a:pt x="1216420" y="2081860"/>
                    </a:lnTo>
                    <a:lnTo>
                      <a:pt x="1157740" y="2205340"/>
                    </a:lnTo>
                    <a:lnTo>
                      <a:pt x="1131100" y="2221900"/>
                    </a:lnTo>
                    <a:lnTo>
                      <a:pt x="1120660" y="2247460"/>
                    </a:lnTo>
                    <a:lnTo>
                      <a:pt x="1122820" y="2266180"/>
                    </a:lnTo>
                    <a:lnTo>
                      <a:pt x="1137580" y="2298940"/>
                    </a:lnTo>
                    <a:lnTo>
                      <a:pt x="1150180" y="2312980"/>
                    </a:lnTo>
                    <a:lnTo>
                      <a:pt x="1176460" y="2321980"/>
                    </a:lnTo>
                    <a:lnTo>
                      <a:pt x="1195180" y="2319100"/>
                    </a:lnTo>
                    <a:lnTo>
                      <a:pt x="1214620" y="2305420"/>
                    </a:lnTo>
                    <a:lnTo>
                      <a:pt x="1246300" y="2299300"/>
                    </a:lnTo>
                    <a:lnTo>
                      <a:pt x="1265020" y="2278780"/>
                    </a:lnTo>
                    <a:lnTo>
                      <a:pt x="1268980" y="2251060"/>
                    </a:lnTo>
                    <a:lnTo>
                      <a:pt x="1254940" y="2224060"/>
                    </a:lnTo>
                    <a:lnTo>
                      <a:pt x="1351060" y="2019220"/>
                    </a:lnTo>
                    <a:lnTo>
                      <a:pt x="1419820" y="2065660"/>
                    </a:lnTo>
                    <a:lnTo>
                      <a:pt x="1383820" y="2113900"/>
                    </a:lnTo>
                    <a:lnTo>
                      <a:pt x="1380220" y="2133340"/>
                    </a:lnTo>
                    <a:lnTo>
                      <a:pt x="1390300" y="2161060"/>
                    </a:lnTo>
                    <a:lnTo>
                      <a:pt x="1416220" y="2180140"/>
                    </a:lnTo>
                    <a:lnTo>
                      <a:pt x="1425580" y="2207860"/>
                    </a:lnTo>
                    <a:lnTo>
                      <a:pt x="1439260" y="2220820"/>
                    </a:lnTo>
                    <a:lnTo>
                      <a:pt x="1488940" y="2233780"/>
                    </a:lnTo>
                    <a:lnTo>
                      <a:pt x="1568140" y="2213260"/>
                    </a:lnTo>
                    <a:lnTo>
                      <a:pt x="1591540" y="2182300"/>
                    </a:lnTo>
                    <a:lnTo>
                      <a:pt x="1617820" y="2196340"/>
                    </a:lnTo>
                    <a:lnTo>
                      <a:pt x="1636540" y="2197060"/>
                    </a:lnTo>
                    <a:lnTo>
                      <a:pt x="1654180" y="2190220"/>
                    </a:lnTo>
                    <a:lnTo>
                      <a:pt x="1671100" y="2170780"/>
                    </a:lnTo>
                    <a:lnTo>
                      <a:pt x="1701340" y="2163940"/>
                    </a:lnTo>
                    <a:lnTo>
                      <a:pt x="1733380" y="2123260"/>
                    </a:lnTo>
                    <a:lnTo>
                      <a:pt x="1734820" y="2089420"/>
                    </a:lnTo>
                    <a:lnTo>
                      <a:pt x="1750300" y="2067820"/>
                    </a:lnTo>
                    <a:lnTo>
                      <a:pt x="1846420" y="2134780"/>
                    </a:lnTo>
                    <a:lnTo>
                      <a:pt x="1874140" y="2138380"/>
                    </a:lnTo>
                    <a:lnTo>
                      <a:pt x="1891780" y="2131900"/>
                    </a:lnTo>
                    <a:lnTo>
                      <a:pt x="1905100" y="2118940"/>
                    </a:lnTo>
                    <a:lnTo>
                      <a:pt x="1913020" y="2101660"/>
                    </a:lnTo>
                    <a:lnTo>
                      <a:pt x="1910860" y="2073940"/>
                    </a:lnTo>
                    <a:lnTo>
                      <a:pt x="1893940" y="2051980"/>
                    </a:lnTo>
                    <a:lnTo>
                      <a:pt x="1843900" y="2016340"/>
                    </a:lnTo>
                    <a:lnTo>
                      <a:pt x="1898260" y="1942180"/>
                    </a:lnTo>
                    <a:lnTo>
                      <a:pt x="1928500" y="1968820"/>
                    </a:lnTo>
                    <a:lnTo>
                      <a:pt x="1913380" y="1989340"/>
                    </a:lnTo>
                    <a:lnTo>
                      <a:pt x="1908700" y="2017060"/>
                    </a:lnTo>
                    <a:lnTo>
                      <a:pt x="1914460" y="2034700"/>
                    </a:lnTo>
                    <a:lnTo>
                      <a:pt x="1934620" y="2054140"/>
                    </a:lnTo>
                    <a:lnTo>
                      <a:pt x="1952620" y="2059180"/>
                    </a:lnTo>
                    <a:lnTo>
                      <a:pt x="1971340" y="2056660"/>
                    </a:lnTo>
                    <a:lnTo>
                      <a:pt x="1999420" y="2033620"/>
                    </a:lnTo>
                    <a:lnTo>
                      <a:pt x="2022100" y="2049820"/>
                    </a:lnTo>
                    <a:lnTo>
                      <a:pt x="2049820" y="2051260"/>
                    </a:lnTo>
                    <a:lnTo>
                      <a:pt x="2067100" y="2043700"/>
                    </a:lnTo>
                    <a:lnTo>
                      <a:pt x="2079700" y="2030020"/>
                    </a:lnTo>
                    <a:lnTo>
                      <a:pt x="2086900" y="2003020"/>
                    </a:lnTo>
                    <a:lnTo>
                      <a:pt x="2082580" y="1984660"/>
                    </a:lnTo>
                    <a:lnTo>
                      <a:pt x="2071420" y="1969540"/>
                    </a:lnTo>
                    <a:lnTo>
                      <a:pt x="1842820" y="1764700"/>
                    </a:lnTo>
                    <a:lnTo>
                      <a:pt x="1918060" y="1677220"/>
                    </a:lnTo>
                    <a:lnTo>
                      <a:pt x="1927780" y="1676500"/>
                    </a:lnTo>
                    <a:lnTo>
                      <a:pt x="1985020" y="1729420"/>
                    </a:lnTo>
                    <a:lnTo>
                      <a:pt x="2010220" y="1741660"/>
                    </a:lnTo>
                    <a:lnTo>
                      <a:pt x="2037940" y="1737700"/>
                    </a:lnTo>
                    <a:lnTo>
                      <a:pt x="2053060" y="1726900"/>
                    </a:lnTo>
                    <a:lnTo>
                      <a:pt x="2062780" y="1711060"/>
                    </a:lnTo>
                    <a:lnTo>
                      <a:pt x="2065660" y="1692340"/>
                    </a:lnTo>
                    <a:lnTo>
                      <a:pt x="2058460" y="1649860"/>
                    </a:lnTo>
                    <a:lnTo>
                      <a:pt x="2014180" y="1601260"/>
                    </a:lnTo>
                    <a:lnTo>
                      <a:pt x="2021740" y="1575340"/>
                    </a:lnTo>
                    <a:lnTo>
                      <a:pt x="2012740" y="1547620"/>
                    </a:lnTo>
                    <a:lnTo>
                      <a:pt x="2015980" y="1524580"/>
                    </a:lnTo>
                    <a:lnTo>
                      <a:pt x="2010220" y="1506580"/>
                    </a:lnTo>
                    <a:lnTo>
                      <a:pt x="1990420" y="1487500"/>
                    </a:lnTo>
                    <a:lnTo>
                      <a:pt x="1949020" y="1478860"/>
                    </a:lnTo>
                    <a:lnTo>
                      <a:pt x="1950460" y="1465180"/>
                    </a:lnTo>
                    <a:lnTo>
                      <a:pt x="1976380" y="1454740"/>
                    </a:lnTo>
                    <a:lnTo>
                      <a:pt x="1989340" y="1438540"/>
                    </a:lnTo>
                    <a:lnTo>
                      <a:pt x="2024260" y="1429540"/>
                    </a:lnTo>
                    <a:lnTo>
                      <a:pt x="2040460" y="1406860"/>
                    </a:lnTo>
                    <a:lnTo>
                      <a:pt x="2043340" y="1388500"/>
                    </a:lnTo>
                    <a:lnTo>
                      <a:pt x="2036140" y="1366540"/>
                    </a:lnTo>
                    <a:lnTo>
                      <a:pt x="2058100" y="1331980"/>
                    </a:lnTo>
                    <a:lnTo>
                      <a:pt x="2060620" y="1313620"/>
                    </a:lnTo>
                    <a:lnTo>
                      <a:pt x="2050540" y="1285540"/>
                    </a:lnTo>
                    <a:lnTo>
                      <a:pt x="2030740" y="1265740"/>
                    </a:lnTo>
                    <a:lnTo>
                      <a:pt x="2053420" y="1252780"/>
                    </a:lnTo>
                    <a:lnTo>
                      <a:pt x="2068900" y="1229380"/>
                    </a:lnTo>
                    <a:lnTo>
                      <a:pt x="2070700" y="1210660"/>
                    </a:lnTo>
                    <a:lnTo>
                      <a:pt x="2061340" y="1187260"/>
                    </a:lnTo>
                    <a:lnTo>
                      <a:pt x="2067100" y="1168900"/>
                    </a:lnTo>
                    <a:lnTo>
                      <a:pt x="2065660" y="1150180"/>
                    </a:lnTo>
                    <a:lnTo>
                      <a:pt x="2017420" y="1074580"/>
                    </a:lnTo>
                    <a:lnTo>
                      <a:pt x="1991860" y="1063420"/>
                    </a:lnTo>
                    <a:lnTo>
                      <a:pt x="1961260" y="1068460"/>
                    </a:lnTo>
                    <a:lnTo>
                      <a:pt x="1949740" y="1044340"/>
                    </a:lnTo>
                    <a:lnTo>
                      <a:pt x="1925980" y="1029220"/>
                    </a:lnTo>
                    <a:lnTo>
                      <a:pt x="1898260" y="1029940"/>
                    </a:lnTo>
                    <a:lnTo>
                      <a:pt x="1875580" y="1045780"/>
                    </a:lnTo>
                    <a:lnTo>
                      <a:pt x="1865500" y="1071700"/>
                    </a:lnTo>
                    <a:lnTo>
                      <a:pt x="1869100" y="1094740"/>
                    </a:lnTo>
                    <a:lnTo>
                      <a:pt x="1860100" y="1097260"/>
                    </a:lnTo>
                    <a:lnTo>
                      <a:pt x="1845340" y="1083940"/>
                    </a:lnTo>
                    <a:lnTo>
                      <a:pt x="1827340" y="1078180"/>
                    </a:lnTo>
                    <a:lnTo>
                      <a:pt x="1808620" y="1079620"/>
                    </a:lnTo>
                    <a:lnTo>
                      <a:pt x="1791700" y="1088260"/>
                    </a:lnTo>
                    <a:lnTo>
                      <a:pt x="1839580" y="979540"/>
                    </a:lnTo>
                    <a:lnTo>
                      <a:pt x="1913740" y="981340"/>
                    </a:lnTo>
                    <a:lnTo>
                      <a:pt x="1937500" y="1001500"/>
                    </a:lnTo>
                    <a:lnTo>
                      <a:pt x="1956220" y="1004740"/>
                    </a:lnTo>
                    <a:lnTo>
                      <a:pt x="1974220" y="1000780"/>
                    </a:lnTo>
                    <a:lnTo>
                      <a:pt x="2015620" y="970180"/>
                    </a:lnTo>
                    <a:lnTo>
                      <a:pt x="2026060" y="956140"/>
                    </a:lnTo>
                    <a:lnTo>
                      <a:pt x="2052700" y="957940"/>
                    </a:lnTo>
                    <a:lnTo>
                      <a:pt x="2077180" y="944620"/>
                    </a:lnTo>
                    <a:lnTo>
                      <a:pt x="2090500" y="920140"/>
                    </a:lnTo>
                    <a:lnTo>
                      <a:pt x="2087620" y="892420"/>
                    </a:lnTo>
                    <a:lnTo>
                      <a:pt x="2077180" y="876940"/>
                    </a:lnTo>
                    <a:lnTo>
                      <a:pt x="2056300" y="864700"/>
                    </a:lnTo>
                    <a:lnTo>
                      <a:pt x="2058100" y="832300"/>
                    </a:lnTo>
                    <a:lnTo>
                      <a:pt x="2028220" y="791980"/>
                    </a:lnTo>
                    <a:lnTo>
                      <a:pt x="2002300" y="781900"/>
                    </a:lnTo>
                    <a:lnTo>
                      <a:pt x="1970620" y="790540"/>
                    </a:lnTo>
                    <a:lnTo>
                      <a:pt x="1979260" y="677500"/>
                    </a:lnTo>
                    <a:lnTo>
                      <a:pt x="1968100" y="651580"/>
                    </a:lnTo>
                    <a:lnTo>
                      <a:pt x="1953700" y="640060"/>
                    </a:lnTo>
                    <a:lnTo>
                      <a:pt x="1935700" y="635020"/>
                    </a:lnTo>
                    <a:lnTo>
                      <a:pt x="1916980" y="636820"/>
                    </a:lnTo>
                    <a:lnTo>
                      <a:pt x="1898980" y="647620"/>
                    </a:lnTo>
                    <a:lnTo>
                      <a:pt x="1903300" y="586420"/>
                    </a:lnTo>
                    <a:lnTo>
                      <a:pt x="1888180" y="551860"/>
                    </a:lnTo>
                    <a:lnTo>
                      <a:pt x="1864780" y="537100"/>
                    </a:lnTo>
                    <a:lnTo>
                      <a:pt x="1829860" y="533860"/>
                    </a:lnTo>
                    <a:lnTo>
                      <a:pt x="1829860" y="489940"/>
                    </a:lnTo>
                    <a:lnTo>
                      <a:pt x="1814380" y="466900"/>
                    </a:lnTo>
                    <a:lnTo>
                      <a:pt x="1788460" y="456460"/>
                    </a:lnTo>
                    <a:lnTo>
                      <a:pt x="1757860" y="464740"/>
                    </a:lnTo>
                    <a:lnTo>
                      <a:pt x="1760380" y="432340"/>
                    </a:lnTo>
                    <a:lnTo>
                      <a:pt x="1779100" y="405340"/>
                    </a:lnTo>
                    <a:lnTo>
                      <a:pt x="1783780" y="386980"/>
                    </a:lnTo>
                    <a:lnTo>
                      <a:pt x="1780900" y="368620"/>
                    </a:lnTo>
                    <a:lnTo>
                      <a:pt x="1771180" y="352420"/>
                    </a:lnTo>
                    <a:lnTo>
                      <a:pt x="1747060" y="338380"/>
                    </a:lnTo>
                    <a:lnTo>
                      <a:pt x="1728340" y="337660"/>
                    </a:lnTo>
                    <a:lnTo>
                      <a:pt x="1703140" y="349900"/>
                    </a:lnTo>
                    <a:lnTo>
                      <a:pt x="1688740" y="367900"/>
                    </a:lnTo>
                    <a:lnTo>
                      <a:pt x="1691620" y="336580"/>
                    </a:lnTo>
                    <a:lnTo>
                      <a:pt x="1677220" y="312460"/>
                    </a:lnTo>
                    <a:lnTo>
                      <a:pt x="1661020" y="303100"/>
                    </a:lnTo>
                    <a:lnTo>
                      <a:pt x="1642660" y="300580"/>
                    </a:lnTo>
                    <a:lnTo>
                      <a:pt x="1616020" y="310300"/>
                    </a:lnTo>
                    <a:lnTo>
                      <a:pt x="1609180" y="284740"/>
                    </a:lnTo>
                    <a:lnTo>
                      <a:pt x="1596580" y="271060"/>
                    </a:lnTo>
                    <a:lnTo>
                      <a:pt x="1535020" y="252340"/>
                    </a:lnTo>
                    <a:lnTo>
                      <a:pt x="1554820" y="209500"/>
                    </a:lnTo>
                    <a:lnTo>
                      <a:pt x="1551940" y="190780"/>
                    </a:lnTo>
                    <a:lnTo>
                      <a:pt x="1536460" y="164140"/>
                    </a:lnTo>
                    <a:lnTo>
                      <a:pt x="1512700" y="149380"/>
                    </a:lnTo>
                    <a:lnTo>
                      <a:pt x="1493980" y="148300"/>
                    </a:lnTo>
                    <a:lnTo>
                      <a:pt x="1471660" y="157300"/>
                    </a:lnTo>
                    <a:lnTo>
                      <a:pt x="1456540" y="146500"/>
                    </a:lnTo>
                    <a:lnTo>
                      <a:pt x="1398220" y="132460"/>
                    </a:lnTo>
                    <a:lnTo>
                      <a:pt x="1418020" y="103660"/>
                    </a:lnTo>
                    <a:lnTo>
                      <a:pt x="1416220" y="75580"/>
                    </a:lnTo>
                    <a:lnTo>
                      <a:pt x="1399300" y="53620"/>
                    </a:lnTo>
                    <a:lnTo>
                      <a:pt x="1379860" y="45340"/>
                    </a:lnTo>
                    <a:lnTo>
                      <a:pt x="1374460" y="26260"/>
                    </a:lnTo>
                    <a:lnTo>
                      <a:pt x="1354660" y="6460"/>
                    </a:lnTo>
                    <a:lnTo>
                      <a:pt x="1327300" y="700"/>
                    </a:lnTo>
                    <a:lnTo>
                      <a:pt x="1309660" y="6100"/>
                    </a:lnTo>
                    <a:lnTo>
                      <a:pt x="1294900" y="17620"/>
                    </a:lnTo>
                    <a:lnTo>
                      <a:pt x="1284820" y="39220"/>
                    </a:lnTo>
                    <a:lnTo>
                      <a:pt x="1258180" y="60820"/>
                    </a:lnTo>
                    <a:lnTo>
                      <a:pt x="1252420" y="78820"/>
                    </a:lnTo>
                    <a:lnTo>
                      <a:pt x="1253860" y="97540"/>
                    </a:lnTo>
                    <a:lnTo>
                      <a:pt x="1262500" y="114100"/>
                    </a:lnTo>
                    <a:lnTo>
                      <a:pt x="1281580" y="128500"/>
                    </a:lnTo>
                    <a:lnTo>
                      <a:pt x="1236580" y="321100"/>
                    </a:lnTo>
                    <a:lnTo>
                      <a:pt x="1216780" y="317860"/>
                    </a:lnTo>
                    <a:lnTo>
                      <a:pt x="1190500" y="327580"/>
                    </a:lnTo>
                    <a:lnTo>
                      <a:pt x="1174300" y="350260"/>
                    </a:lnTo>
                    <a:lnTo>
                      <a:pt x="1172860" y="375460"/>
                    </a:lnTo>
                    <a:lnTo>
                      <a:pt x="1107340" y="373660"/>
                    </a:lnTo>
                    <a:lnTo>
                      <a:pt x="1128580" y="339820"/>
                    </a:lnTo>
                    <a:lnTo>
                      <a:pt x="1172500" y="191860"/>
                    </a:lnTo>
                    <a:lnTo>
                      <a:pt x="1170700" y="173140"/>
                    </a:lnTo>
                    <a:lnTo>
                      <a:pt x="1161700" y="156940"/>
                    </a:lnTo>
                    <a:lnTo>
                      <a:pt x="1138660" y="141460"/>
                    </a:lnTo>
                    <a:lnTo>
                      <a:pt x="1119940" y="139660"/>
                    </a:lnTo>
                    <a:lnTo>
                      <a:pt x="1101940" y="145060"/>
                    </a:lnTo>
                    <a:lnTo>
                      <a:pt x="1087540" y="156940"/>
                    </a:lnTo>
                    <a:lnTo>
                      <a:pt x="1068100" y="208420"/>
                    </a:lnTo>
                    <a:lnTo>
                      <a:pt x="1051180" y="190420"/>
                    </a:lnTo>
                    <a:lnTo>
                      <a:pt x="1024180" y="183220"/>
                    </a:lnTo>
                    <a:lnTo>
                      <a:pt x="1005820" y="187540"/>
                    </a:lnTo>
                    <a:lnTo>
                      <a:pt x="990700" y="198700"/>
                    </a:lnTo>
                    <a:lnTo>
                      <a:pt x="976660" y="225700"/>
                    </a:lnTo>
                    <a:lnTo>
                      <a:pt x="961900" y="211660"/>
                    </a:lnTo>
                    <a:lnTo>
                      <a:pt x="944260" y="205540"/>
                    </a:lnTo>
                    <a:lnTo>
                      <a:pt x="920500" y="208060"/>
                    </a:lnTo>
                    <a:lnTo>
                      <a:pt x="902140" y="218860"/>
                    </a:lnTo>
                    <a:lnTo>
                      <a:pt x="877300" y="206620"/>
                    </a:lnTo>
                    <a:lnTo>
                      <a:pt x="858580" y="207340"/>
                    </a:lnTo>
                    <a:lnTo>
                      <a:pt x="834460" y="221380"/>
                    </a:lnTo>
                    <a:lnTo>
                      <a:pt x="823300" y="242620"/>
                    </a:lnTo>
                    <a:lnTo>
                      <a:pt x="802420" y="244780"/>
                    </a:lnTo>
                    <a:lnTo>
                      <a:pt x="786220" y="254140"/>
                    </a:lnTo>
                    <a:lnTo>
                      <a:pt x="770380" y="285100"/>
                    </a:lnTo>
                    <a:lnTo>
                      <a:pt x="745180" y="259180"/>
                    </a:lnTo>
                    <a:lnTo>
                      <a:pt x="718900" y="250180"/>
                    </a:lnTo>
                    <a:lnTo>
                      <a:pt x="691900" y="257380"/>
                    </a:lnTo>
                    <a:lnTo>
                      <a:pt x="674980" y="275740"/>
                    </a:lnTo>
                    <a:lnTo>
                      <a:pt x="654820" y="262060"/>
                    </a:lnTo>
                    <a:lnTo>
                      <a:pt x="626740" y="261340"/>
                    </a:lnTo>
                    <a:lnTo>
                      <a:pt x="594700" y="285820"/>
                    </a:lnTo>
                    <a:lnTo>
                      <a:pt x="569860" y="266740"/>
                    </a:lnTo>
                    <a:lnTo>
                      <a:pt x="551500" y="263500"/>
                    </a:lnTo>
                    <a:lnTo>
                      <a:pt x="533140" y="267460"/>
                    </a:lnTo>
                    <a:lnTo>
                      <a:pt x="517660" y="278260"/>
                    </a:lnTo>
                    <a:lnTo>
                      <a:pt x="507580" y="293740"/>
                    </a:lnTo>
                    <a:lnTo>
                      <a:pt x="505780" y="322540"/>
                    </a:lnTo>
                    <a:lnTo>
                      <a:pt x="470140" y="294100"/>
                    </a:lnTo>
                    <a:lnTo>
                      <a:pt x="451780" y="290860"/>
                    </a:lnTo>
                    <a:lnTo>
                      <a:pt x="433420" y="295180"/>
                    </a:lnTo>
                    <a:lnTo>
                      <a:pt x="418300" y="305980"/>
                    </a:lnTo>
                    <a:lnTo>
                      <a:pt x="408220" y="321820"/>
                    </a:lnTo>
                    <a:lnTo>
                      <a:pt x="404980" y="340540"/>
                    </a:lnTo>
                    <a:lnTo>
                      <a:pt x="409300" y="358540"/>
                    </a:lnTo>
                    <a:lnTo>
                      <a:pt x="485620" y="435580"/>
                    </a:lnTo>
                    <a:lnTo>
                      <a:pt x="435940" y="488140"/>
                    </a:lnTo>
                    <a:lnTo>
                      <a:pt x="335140" y="398140"/>
                    </a:lnTo>
                    <a:lnTo>
                      <a:pt x="365380" y="359980"/>
                    </a:lnTo>
                    <a:lnTo>
                      <a:pt x="366820" y="332260"/>
                    </a:lnTo>
                    <a:lnTo>
                      <a:pt x="358900" y="314980"/>
                    </a:lnTo>
                    <a:lnTo>
                      <a:pt x="345220" y="302380"/>
                    </a:lnTo>
                    <a:lnTo>
                      <a:pt x="327580" y="295900"/>
                    </a:lnTo>
                    <a:lnTo>
                      <a:pt x="308860" y="296980"/>
                    </a:lnTo>
                    <a:lnTo>
                      <a:pt x="284740" y="311020"/>
                    </a:lnTo>
                    <a:lnTo>
                      <a:pt x="237580" y="362860"/>
                    </a:lnTo>
                    <a:lnTo>
                      <a:pt x="197980" y="431980"/>
                    </a:lnTo>
                    <a:lnTo>
                      <a:pt x="174940" y="442780"/>
                    </a:lnTo>
                    <a:lnTo>
                      <a:pt x="160180" y="466540"/>
                    </a:lnTo>
                    <a:lnTo>
                      <a:pt x="159460" y="487780"/>
                    </a:lnTo>
                    <a:lnTo>
                      <a:pt x="146500" y="507220"/>
                    </a:lnTo>
                    <a:lnTo>
                      <a:pt x="143620" y="525580"/>
                    </a:lnTo>
                    <a:lnTo>
                      <a:pt x="152980" y="551860"/>
                    </a:lnTo>
                    <a:lnTo>
                      <a:pt x="166660" y="564460"/>
                    </a:lnTo>
                    <a:lnTo>
                      <a:pt x="218500" y="595420"/>
                    </a:lnTo>
                    <a:lnTo>
                      <a:pt x="245500" y="602260"/>
                    </a:lnTo>
                    <a:lnTo>
                      <a:pt x="263500" y="597580"/>
                    </a:lnTo>
                    <a:lnTo>
                      <a:pt x="279340" y="585340"/>
                    </a:lnTo>
                    <a:lnTo>
                      <a:pt x="308860" y="582100"/>
                    </a:lnTo>
                    <a:lnTo>
                      <a:pt x="339460" y="567340"/>
                    </a:lnTo>
                    <a:lnTo>
                      <a:pt x="427300" y="646900"/>
                    </a:lnTo>
                    <a:lnTo>
                      <a:pt x="444940" y="653020"/>
                    </a:lnTo>
                    <a:lnTo>
                      <a:pt x="470860" y="649060"/>
                    </a:lnTo>
                    <a:lnTo>
                      <a:pt x="735100" y="889180"/>
                    </a:lnTo>
                    <a:lnTo>
                      <a:pt x="707740" y="894220"/>
                    </a:lnTo>
                    <a:lnTo>
                      <a:pt x="693340" y="906100"/>
                    </a:lnTo>
                    <a:lnTo>
                      <a:pt x="684340" y="922300"/>
                    </a:lnTo>
                    <a:lnTo>
                      <a:pt x="682900" y="944260"/>
                    </a:lnTo>
                    <a:lnTo>
                      <a:pt x="668860" y="958300"/>
                    </a:lnTo>
                    <a:lnTo>
                      <a:pt x="483820" y="832300"/>
                    </a:lnTo>
                    <a:lnTo>
                      <a:pt x="456100" y="830140"/>
                    </a:lnTo>
                    <a:lnTo>
                      <a:pt x="438820" y="837340"/>
                    </a:lnTo>
                    <a:lnTo>
                      <a:pt x="425860" y="851020"/>
                    </a:lnTo>
                    <a:lnTo>
                      <a:pt x="418300" y="877660"/>
                    </a:lnTo>
                    <a:lnTo>
                      <a:pt x="422260" y="896020"/>
                    </a:lnTo>
                    <a:lnTo>
                      <a:pt x="440260" y="917260"/>
                    </a:lnTo>
                    <a:lnTo>
                      <a:pt x="602260" y="1028500"/>
                    </a:lnTo>
                    <a:lnTo>
                      <a:pt x="922300" y="1275460"/>
                    </a:lnTo>
                    <a:lnTo>
                      <a:pt x="911500" y="1303540"/>
                    </a:lnTo>
                    <a:lnTo>
                      <a:pt x="894940" y="1325860"/>
                    </a:lnTo>
                    <a:lnTo>
                      <a:pt x="874420" y="1321180"/>
                    </a:lnTo>
                    <a:lnTo>
                      <a:pt x="855340" y="1325500"/>
                    </a:lnTo>
                    <a:lnTo>
                      <a:pt x="298060" y="920860"/>
                    </a:lnTo>
                    <a:lnTo>
                      <a:pt x="310660" y="900340"/>
                    </a:lnTo>
                    <a:lnTo>
                      <a:pt x="314620" y="881980"/>
                    </a:lnTo>
                    <a:lnTo>
                      <a:pt x="306340" y="855340"/>
                    </a:lnTo>
                    <a:lnTo>
                      <a:pt x="293380" y="842020"/>
                    </a:lnTo>
                    <a:lnTo>
                      <a:pt x="266740" y="833740"/>
                    </a:lnTo>
                    <a:lnTo>
                      <a:pt x="248380" y="837340"/>
                    </a:lnTo>
                    <a:lnTo>
                      <a:pt x="220660" y="863980"/>
                    </a:lnTo>
                    <a:lnTo>
                      <a:pt x="161620" y="820420"/>
                    </a:lnTo>
                    <a:lnTo>
                      <a:pt x="173860" y="794140"/>
                    </a:lnTo>
                    <a:lnTo>
                      <a:pt x="173860" y="775420"/>
                    </a:lnTo>
                    <a:lnTo>
                      <a:pt x="166300" y="758140"/>
                    </a:lnTo>
                    <a:lnTo>
                      <a:pt x="152620" y="745180"/>
                    </a:lnTo>
                    <a:lnTo>
                      <a:pt x="135340" y="738340"/>
                    </a:lnTo>
                    <a:lnTo>
                      <a:pt x="116620" y="738700"/>
                    </a:lnTo>
                    <a:lnTo>
                      <a:pt x="99340" y="746260"/>
                    </a:lnTo>
                    <a:lnTo>
                      <a:pt x="84220" y="763180"/>
                    </a:lnTo>
                    <a:lnTo>
                      <a:pt x="54340" y="751300"/>
                    </a:lnTo>
                    <a:lnTo>
                      <a:pt x="35620" y="754180"/>
                    </a:lnTo>
                    <a:lnTo>
                      <a:pt x="19780" y="763900"/>
                    </a:lnTo>
                    <a:lnTo>
                      <a:pt x="5380" y="787660"/>
                    </a:lnTo>
                    <a:lnTo>
                      <a:pt x="6820" y="815740"/>
                    </a:lnTo>
                    <a:lnTo>
                      <a:pt x="16540" y="831580"/>
                    </a:lnTo>
                    <a:lnTo>
                      <a:pt x="47140" y="855340"/>
                    </a:lnTo>
                    <a:close/>
                  </a:path>
                </a:pathLst>
              </a:custGeom>
              <a:noFill/>
              <a:ln w="18000" cap="flat">
                <a:solidFill>
                  <a:srgbClr val="211F1A"/>
                </a:solidFill>
                <a:custDash>
                  <a:ds d="80000" sp="200000"/>
                </a:custDash>
                <a:round/>
              </a:ln>
            </p:spPr>
          </p:sp>
        </p:grpSp>
        <p:grpSp>
          <p:nvGrpSpPr>
            <p:cNvPr id="28" name="image_1:overlay:point_1_1"/>
            <p:cNvGrpSpPr/>
            <p:nvPr/>
          </p:nvGrpSpPr>
          <p:grpSpPr>
            <a:xfrm>
              <a:off x="6070600" y="2641600"/>
              <a:ext cx="393700" cy="1841500"/>
              <a:chOff x="6070600" y="2641600"/>
              <a:chExt cx="393700" cy="1841500"/>
            </a:xfrm>
          </p:grpSpPr>
          <p:sp>
            <p:nvSpPr>
              <p:cNvPr id="26" name="image_1:overlay:point_1_1:poi_education:ovt-078ba5db-9bfb-4d7a-b2e1-3f2df7b943c2"/>
              <p:cNvSpPr/>
              <p:nvPr/>
            </p:nvSpPr>
            <p:spPr>
              <a:xfrm>
                <a:off x="6070600" y="2641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27" name="image_1:overlay:point_1_1:poi_education:ovt-30cb3cba-8414-4f48-baff-7ef2d9fa123a"/>
              <p:cNvSpPr/>
              <p:nvPr/>
            </p:nvSpPr>
            <p:spPr>
              <a:xfrm>
                <a:off x="6375400" y="43942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30" name="image_1:overlay:labels_stop"/>
            <p:cNvGrpSpPr/>
            <p:nvPr/>
          </p:nvGrpSpPr>
          <p:grpSpPr>
            <a:xfrm>
              <a:off x="5816600" y="3467100"/>
              <a:ext cx="596900" cy="165100"/>
              <a:chOff x="5816600" y="3467100"/>
              <a:chExt cx="596900" cy="165100"/>
            </a:xfrm>
          </p:grpSpPr>
          <p:sp>
            <p:nvSpPr>
              <p:cNvPr id="29" name="image_1:overlay:labels_stop:transit_stops:osm-n1501726533"/>
              <p:cNvSpPr txBox="1"/>
              <p:nvPr/>
            </p:nvSpPr>
            <p:spPr>
              <a:xfrm>
                <a:off x="5816600" y="3467100"/>
                <a:ext cx="596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Таганрог-II</a:t>
                </a:r>
              </a:p>
            </p:txBody>
          </p:sp>
        </p:grpSp>
        <p:grpSp>
          <p:nvGrpSpPr>
            <p:cNvPr id="33" name="image_1:overlay:labels_point_1"/>
            <p:cNvGrpSpPr/>
            <p:nvPr/>
          </p:nvGrpSpPr>
          <p:grpSpPr>
            <a:xfrm>
              <a:off x="5588000" y="2095500"/>
              <a:ext cx="1778000" cy="2743200"/>
              <a:chOff x="5588000" y="2095500"/>
              <a:chExt cx="1778000" cy="2743200"/>
            </a:xfrm>
          </p:grpSpPr>
          <p:sp>
            <p:nvSpPr>
              <p:cNvPr id="31" name="image_1:overlay:labels_point_1:poi_education:ovt-078ba5db-9bfb-4d7a-b2e1-3f2df7b943c2"/>
              <p:cNvSpPr txBox="1"/>
              <p:nvPr/>
            </p:nvSpPr>
            <p:spPr>
              <a:xfrm>
                <a:off x="6172200" y="2095500"/>
                <a:ext cx="1193800" cy="5207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Средняя</a:t>
                </a:r>
                <a:b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</a:b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общеобразовательная</a:t>
                </a:r>
                <a:b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</a:b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школа № 21</a:t>
                </a:r>
              </a:p>
            </p:txBody>
          </p:sp>
          <p:sp>
            <p:nvSpPr>
              <p:cNvPr id="32" name="image_1:overlay:labels_point_1:poi_education:ovt-30cb3cba-8414-4f48-baff-7ef2d9fa123a"/>
              <p:cNvSpPr txBox="1"/>
              <p:nvPr/>
            </p:nvSpPr>
            <p:spPr>
              <a:xfrm>
                <a:off x="5588000" y="4495800"/>
                <a:ext cx="774700" cy="3429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b">
                <a:noAutofit/>
              </a:bodyPr>
              <a:lstStyle/>
              <a:p>
                <a:pPr algn="r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Гимназия № 2</a:t>
                </a:r>
                <a:b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</a:b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имени Чехова</a:t>
                </a:r>
              </a:p>
            </p:txBody>
          </p:sp>
        </p:grpSp>
        <p:grpSp>
          <p:nvGrpSpPr>
            <p:cNvPr id="39" name="image_1:overlay:scale_bar"/>
            <p:cNvGrpSpPr/>
            <p:nvPr/>
          </p:nvGrpSpPr>
          <p:grpSpPr>
            <a:xfrm>
              <a:off x="5829300" y="4864100"/>
              <a:ext cx="1511300" cy="292100"/>
              <a:chOff x="5829300" y="4864100"/>
              <a:chExt cx="1511300" cy="292100"/>
            </a:xfrm>
          </p:grpSpPr>
          <p:sp>
            <p:nvSpPr>
              <p:cNvPr id="34" name="image_1:overlay:scale_bar:plate"/>
              <p:cNvSpPr/>
              <p:nvPr/>
            </p:nvSpPr>
            <p:spPr>
              <a:xfrm>
                <a:off x="5829300" y="4864100"/>
                <a:ext cx="15113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511300" h="292100">
                    <a:moveTo>
                      <a:pt x="3335" y="2498"/>
                    </a:moveTo>
                    <a:lnTo>
                      <a:pt x="1502536" y="2498"/>
                    </a:lnTo>
                    <a:lnTo>
                      <a:pt x="1502536" y="290080"/>
                    </a:lnTo>
                    <a:lnTo>
                      <a:pt x="3335" y="29008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5" name="image_1:overlay:scale_bar:line"/>
              <p:cNvSpPr/>
              <p:nvPr/>
            </p:nvSpPr>
            <p:spPr>
              <a:xfrm>
                <a:off x="5892800" y="5054600"/>
                <a:ext cx="12065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1206500" h="63500" fill="none">
                    <a:moveTo>
                      <a:pt x="1260" y="59080"/>
                    </a:moveTo>
                    <a:lnTo>
                      <a:pt x="1201500" y="59080"/>
                    </a:lnTo>
                    <a:moveTo>
                      <a:pt x="1260" y="59080"/>
                    </a:moveTo>
                    <a:lnTo>
                      <a:pt x="1260" y="5080"/>
                    </a:lnTo>
                    <a:moveTo>
                      <a:pt x="601380" y="59080"/>
                    </a:moveTo>
                    <a:lnTo>
                      <a:pt x="601380" y="5080"/>
                    </a:lnTo>
                    <a:moveTo>
                      <a:pt x="1201500" y="59080"/>
                    </a:moveTo>
                    <a:lnTo>
                      <a:pt x="1201500" y="508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36" name="image_1:overlay:scale_bar:label-0"/>
              <p:cNvSpPr txBox="1"/>
              <p:nvPr/>
            </p:nvSpPr>
            <p:spPr>
              <a:xfrm>
                <a:off x="5867400" y="4902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37" name="image_1:overlay:scale_bar:label-1"/>
              <p:cNvSpPr txBox="1"/>
              <p:nvPr/>
            </p:nvSpPr>
            <p:spPr>
              <a:xfrm>
                <a:off x="6413500" y="49022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500</a:t>
                </a:r>
              </a:p>
            </p:txBody>
          </p:sp>
          <p:sp>
            <p:nvSpPr>
              <p:cNvPr id="38" name="image_1:overlay:scale_bar:label-2"/>
              <p:cNvSpPr txBox="1"/>
              <p:nvPr/>
            </p:nvSpPr>
            <p:spPr>
              <a:xfrm>
                <a:off x="6985000" y="4902200"/>
                <a:ext cx="317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1 000 м</a:t>
                </a:r>
              </a:p>
            </p:txBody>
          </p:sp>
        </p:grpSp>
      </p:grpSp>
      <p:grpSp>
        <p:nvGrpSpPr>
          <p:cNvPr id="68" name="image_2:overlay"/>
          <p:cNvGrpSpPr/>
          <p:nvPr/>
        </p:nvGrpSpPr>
        <p:grpSpPr>
          <a:xfrm>
            <a:off x="7645400" y="2133600"/>
            <a:ext cx="3289300" cy="3200400"/>
            <a:chOff x="7645400" y="2133600"/>
            <a:chExt cx="3289300" cy="3200400"/>
          </a:xfrm>
        </p:grpSpPr>
        <p:grpSp>
          <p:nvGrpSpPr>
            <p:cNvPr id="42" name="image_2:overlay:stop"/>
            <p:cNvGrpSpPr/>
            <p:nvPr/>
          </p:nvGrpSpPr>
          <p:grpSpPr>
            <a:xfrm>
              <a:off x="9245600" y="3429000"/>
              <a:ext cx="76200" cy="76200"/>
              <a:chOff x="9245600" y="3429000"/>
              <a:chExt cx="76200" cy="76200"/>
            </a:xfrm>
          </p:grpSpPr>
          <p:sp>
            <p:nvSpPr>
              <p:cNvPr id="41" name="image_2:overlay:stop:transit_stops:osm-n9683398095"/>
              <p:cNvSpPr/>
              <p:nvPr/>
            </p:nvSpPr>
            <p:spPr>
              <a:xfrm>
                <a:off x="9245600" y="3429000"/>
                <a:ext cx="76200" cy="76200"/>
              </a:xfrm>
              <a:prstGeom prst="rect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44" name="image_2:overlay:reach_walk"/>
            <p:cNvGrpSpPr/>
            <p:nvPr/>
          </p:nvGrpSpPr>
          <p:grpSpPr>
            <a:xfrm>
              <a:off x="8026400" y="2273300"/>
              <a:ext cx="2527300" cy="2565400"/>
              <a:chOff x="8026400" y="2273300"/>
              <a:chExt cx="2527300" cy="2565400"/>
            </a:xfrm>
          </p:grpSpPr>
          <p:sp>
            <p:nvSpPr>
              <p:cNvPr id="43" name="image_2:overlay:reach_walk:isochrones:walk-15-transit_stops-osm-n9683398095"/>
              <p:cNvSpPr/>
              <p:nvPr/>
            </p:nvSpPr>
            <p:spPr>
              <a:xfrm>
                <a:off x="8026400" y="2273300"/>
                <a:ext cx="2527300" cy="2565400"/>
              </a:xfrm>
              <a:custGeom>
                <a:avLst/>
                <a:gdLst/>
                <a:ahLst/>
                <a:cxnLst/>
                <a:rect l="0" t="0" r="r" b="b"/>
                <a:pathLst>
                  <a:path w="2527300" h="2565400" fill="none">
                    <a:moveTo>
                      <a:pt x="265200" y="1705660"/>
                    </a:moveTo>
                    <a:lnTo>
                      <a:pt x="283560" y="1754260"/>
                    </a:lnTo>
                    <a:lnTo>
                      <a:pt x="163320" y="1823020"/>
                    </a:lnTo>
                    <a:lnTo>
                      <a:pt x="144240" y="1807180"/>
                    </a:lnTo>
                    <a:lnTo>
                      <a:pt x="125880" y="1802860"/>
                    </a:lnTo>
                    <a:lnTo>
                      <a:pt x="107520" y="1806100"/>
                    </a:lnTo>
                    <a:lnTo>
                      <a:pt x="91680" y="1816180"/>
                    </a:lnTo>
                    <a:lnTo>
                      <a:pt x="77640" y="1840300"/>
                    </a:lnTo>
                    <a:lnTo>
                      <a:pt x="80880" y="1870540"/>
                    </a:lnTo>
                    <a:lnTo>
                      <a:pt x="67200" y="1887100"/>
                    </a:lnTo>
                    <a:lnTo>
                      <a:pt x="62160" y="1905100"/>
                    </a:lnTo>
                    <a:lnTo>
                      <a:pt x="64680" y="1923820"/>
                    </a:lnTo>
                    <a:lnTo>
                      <a:pt x="80520" y="1946500"/>
                    </a:lnTo>
                    <a:lnTo>
                      <a:pt x="97440" y="1954780"/>
                    </a:lnTo>
                    <a:lnTo>
                      <a:pt x="116880" y="1955860"/>
                    </a:lnTo>
                    <a:lnTo>
                      <a:pt x="129120" y="1970620"/>
                    </a:lnTo>
                    <a:lnTo>
                      <a:pt x="146040" y="1978900"/>
                    </a:lnTo>
                    <a:lnTo>
                      <a:pt x="173760" y="1978180"/>
                    </a:lnTo>
                    <a:lnTo>
                      <a:pt x="209400" y="1948300"/>
                    </a:lnTo>
                    <a:lnTo>
                      <a:pt x="218040" y="1924180"/>
                    </a:lnTo>
                    <a:lnTo>
                      <a:pt x="216600" y="1902940"/>
                    </a:lnTo>
                    <a:lnTo>
                      <a:pt x="537000" y="1720420"/>
                    </a:lnTo>
                    <a:lnTo>
                      <a:pt x="573360" y="1735180"/>
                    </a:lnTo>
                    <a:lnTo>
                      <a:pt x="609000" y="1725820"/>
                    </a:lnTo>
                    <a:lnTo>
                      <a:pt x="613320" y="1760020"/>
                    </a:lnTo>
                    <a:lnTo>
                      <a:pt x="550320" y="1784140"/>
                    </a:lnTo>
                    <a:lnTo>
                      <a:pt x="535200" y="1807540"/>
                    </a:lnTo>
                    <a:lnTo>
                      <a:pt x="535560" y="1835260"/>
                    </a:lnTo>
                    <a:lnTo>
                      <a:pt x="544560" y="1851820"/>
                    </a:lnTo>
                    <a:lnTo>
                      <a:pt x="559320" y="1863340"/>
                    </a:lnTo>
                    <a:lnTo>
                      <a:pt x="594240" y="1866940"/>
                    </a:lnTo>
                    <a:lnTo>
                      <a:pt x="625920" y="1977100"/>
                    </a:lnTo>
                    <a:lnTo>
                      <a:pt x="607920" y="2000860"/>
                    </a:lnTo>
                    <a:lnTo>
                      <a:pt x="606840" y="2028940"/>
                    </a:lnTo>
                    <a:lnTo>
                      <a:pt x="621960" y="2052340"/>
                    </a:lnTo>
                    <a:lnTo>
                      <a:pt x="650400" y="2063860"/>
                    </a:lnTo>
                    <a:lnTo>
                      <a:pt x="659040" y="2090860"/>
                    </a:lnTo>
                    <a:lnTo>
                      <a:pt x="670560" y="2105620"/>
                    </a:lnTo>
                    <a:lnTo>
                      <a:pt x="697560" y="2116780"/>
                    </a:lnTo>
                    <a:lnTo>
                      <a:pt x="697560" y="2140900"/>
                    </a:lnTo>
                    <a:lnTo>
                      <a:pt x="625920" y="2162860"/>
                    </a:lnTo>
                    <a:lnTo>
                      <a:pt x="602880" y="2178340"/>
                    </a:lnTo>
                    <a:lnTo>
                      <a:pt x="592080" y="2204260"/>
                    </a:lnTo>
                    <a:lnTo>
                      <a:pt x="594240" y="2222620"/>
                    </a:lnTo>
                    <a:lnTo>
                      <a:pt x="602880" y="2239180"/>
                    </a:lnTo>
                    <a:lnTo>
                      <a:pt x="617280" y="2251060"/>
                    </a:lnTo>
                    <a:lnTo>
                      <a:pt x="635280" y="2256460"/>
                    </a:lnTo>
                    <a:lnTo>
                      <a:pt x="678120" y="2247100"/>
                    </a:lnTo>
                    <a:lnTo>
                      <a:pt x="698280" y="2258620"/>
                    </a:lnTo>
                    <a:lnTo>
                      <a:pt x="708000" y="2283460"/>
                    </a:lnTo>
                    <a:lnTo>
                      <a:pt x="731040" y="2299300"/>
                    </a:lnTo>
                    <a:lnTo>
                      <a:pt x="749400" y="2301460"/>
                    </a:lnTo>
                    <a:lnTo>
                      <a:pt x="775320" y="2291380"/>
                    </a:lnTo>
                    <a:lnTo>
                      <a:pt x="800160" y="2303980"/>
                    </a:lnTo>
                    <a:lnTo>
                      <a:pt x="828600" y="2300020"/>
                    </a:lnTo>
                    <a:lnTo>
                      <a:pt x="853080" y="2307940"/>
                    </a:lnTo>
                    <a:lnTo>
                      <a:pt x="881880" y="2300380"/>
                    </a:lnTo>
                    <a:lnTo>
                      <a:pt x="901680" y="2281300"/>
                    </a:lnTo>
                    <a:lnTo>
                      <a:pt x="925080" y="2287060"/>
                    </a:lnTo>
                    <a:lnTo>
                      <a:pt x="948480" y="2283460"/>
                    </a:lnTo>
                    <a:lnTo>
                      <a:pt x="970440" y="2266180"/>
                    </a:lnTo>
                    <a:lnTo>
                      <a:pt x="978720" y="2237380"/>
                    </a:lnTo>
                    <a:lnTo>
                      <a:pt x="1002120" y="2237740"/>
                    </a:lnTo>
                    <a:lnTo>
                      <a:pt x="1007880" y="2257540"/>
                    </a:lnTo>
                    <a:lnTo>
                      <a:pt x="1021200" y="2272660"/>
                    </a:lnTo>
                    <a:lnTo>
                      <a:pt x="1003200" y="2296060"/>
                    </a:lnTo>
                    <a:lnTo>
                      <a:pt x="985200" y="2338180"/>
                    </a:lnTo>
                    <a:lnTo>
                      <a:pt x="985920" y="2365900"/>
                    </a:lnTo>
                    <a:lnTo>
                      <a:pt x="995280" y="2382100"/>
                    </a:lnTo>
                    <a:lnTo>
                      <a:pt x="1010040" y="2393620"/>
                    </a:lnTo>
                    <a:lnTo>
                      <a:pt x="1028040" y="2398660"/>
                    </a:lnTo>
                    <a:lnTo>
                      <a:pt x="1091760" y="2381740"/>
                    </a:lnTo>
                    <a:lnTo>
                      <a:pt x="1102560" y="2409100"/>
                    </a:lnTo>
                    <a:lnTo>
                      <a:pt x="1093200" y="2433940"/>
                    </a:lnTo>
                    <a:lnTo>
                      <a:pt x="1098960" y="2461300"/>
                    </a:lnTo>
                    <a:lnTo>
                      <a:pt x="1125960" y="2491900"/>
                    </a:lnTo>
                    <a:lnTo>
                      <a:pt x="1150440" y="2505220"/>
                    </a:lnTo>
                    <a:lnTo>
                      <a:pt x="1169160" y="2505580"/>
                    </a:lnTo>
                    <a:lnTo>
                      <a:pt x="1194000" y="2492620"/>
                    </a:lnTo>
                    <a:lnTo>
                      <a:pt x="1215600" y="2450860"/>
                    </a:lnTo>
                    <a:lnTo>
                      <a:pt x="1227840" y="2438620"/>
                    </a:lnTo>
                    <a:lnTo>
                      <a:pt x="1227840" y="2513860"/>
                    </a:lnTo>
                    <a:lnTo>
                      <a:pt x="1234320" y="2531140"/>
                    </a:lnTo>
                    <a:lnTo>
                      <a:pt x="1247280" y="2544820"/>
                    </a:lnTo>
                    <a:lnTo>
                      <a:pt x="1264200" y="2552740"/>
                    </a:lnTo>
                    <a:lnTo>
                      <a:pt x="1282920" y="2553460"/>
                    </a:lnTo>
                    <a:lnTo>
                      <a:pt x="1300560" y="2546620"/>
                    </a:lnTo>
                    <a:lnTo>
                      <a:pt x="1363200" y="2484340"/>
                    </a:lnTo>
                    <a:lnTo>
                      <a:pt x="1370400" y="2408020"/>
                    </a:lnTo>
                    <a:lnTo>
                      <a:pt x="1442040" y="2404060"/>
                    </a:lnTo>
                    <a:lnTo>
                      <a:pt x="1463280" y="2386420"/>
                    </a:lnTo>
                    <a:lnTo>
                      <a:pt x="1470480" y="2368780"/>
                    </a:lnTo>
                    <a:lnTo>
                      <a:pt x="1467600" y="2341060"/>
                    </a:lnTo>
                    <a:lnTo>
                      <a:pt x="1449600" y="2319820"/>
                    </a:lnTo>
                    <a:lnTo>
                      <a:pt x="1422960" y="2311900"/>
                    </a:lnTo>
                    <a:lnTo>
                      <a:pt x="1326120" y="2312260"/>
                    </a:lnTo>
                    <a:lnTo>
                      <a:pt x="1326120" y="2280580"/>
                    </a:lnTo>
                    <a:lnTo>
                      <a:pt x="1340520" y="2295700"/>
                    </a:lnTo>
                    <a:lnTo>
                      <a:pt x="1357440" y="2302540"/>
                    </a:lnTo>
                    <a:lnTo>
                      <a:pt x="1457520" y="2303620"/>
                    </a:lnTo>
                    <a:lnTo>
                      <a:pt x="1475880" y="2300020"/>
                    </a:lnTo>
                    <a:lnTo>
                      <a:pt x="1491360" y="2289580"/>
                    </a:lnTo>
                    <a:lnTo>
                      <a:pt x="1504680" y="2265100"/>
                    </a:lnTo>
                    <a:lnTo>
                      <a:pt x="1504680" y="2246380"/>
                    </a:lnTo>
                    <a:lnTo>
                      <a:pt x="1494240" y="2224780"/>
                    </a:lnTo>
                    <a:lnTo>
                      <a:pt x="1506480" y="2193100"/>
                    </a:lnTo>
                    <a:lnTo>
                      <a:pt x="1498560" y="2166460"/>
                    </a:lnTo>
                    <a:lnTo>
                      <a:pt x="1485240" y="2153140"/>
                    </a:lnTo>
                    <a:lnTo>
                      <a:pt x="1467960" y="2145940"/>
                    </a:lnTo>
                    <a:lnTo>
                      <a:pt x="1413240" y="2144860"/>
                    </a:lnTo>
                    <a:lnTo>
                      <a:pt x="1616280" y="2143780"/>
                    </a:lnTo>
                    <a:lnTo>
                      <a:pt x="1631760" y="2161420"/>
                    </a:lnTo>
                    <a:lnTo>
                      <a:pt x="1649040" y="2168620"/>
                    </a:lnTo>
                    <a:lnTo>
                      <a:pt x="1676760" y="2166460"/>
                    </a:lnTo>
                    <a:lnTo>
                      <a:pt x="1692960" y="2155660"/>
                    </a:lnTo>
                    <a:lnTo>
                      <a:pt x="1708080" y="2169700"/>
                    </a:lnTo>
                    <a:lnTo>
                      <a:pt x="1725720" y="2175460"/>
                    </a:lnTo>
                    <a:lnTo>
                      <a:pt x="1744440" y="2174380"/>
                    </a:lnTo>
                    <a:lnTo>
                      <a:pt x="1761360" y="2166100"/>
                    </a:lnTo>
                    <a:lnTo>
                      <a:pt x="1774320" y="2150260"/>
                    </a:lnTo>
                    <a:lnTo>
                      <a:pt x="1797720" y="2136580"/>
                    </a:lnTo>
                    <a:lnTo>
                      <a:pt x="1809960" y="2111380"/>
                    </a:lnTo>
                    <a:lnTo>
                      <a:pt x="1809240" y="2092660"/>
                    </a:lnTo>
                    <a:lnTo>
                      <a:pt x="1801320" y="2075740"/>
                    </a:lnTo>
                    <a:lnTo>
                      <a:pt x="1778640" y="2058820"/>
                    </a:lnTo>
                    <a:lnTo>
                      <a:pt x="1794480" y="1871980"/>
                    </a:lnTo>
                    <a:lnTo>
                      <a:pt x="1826520" y="1861540"/>
                    </a:lnTo>
                    <a:lnTo>
                      <a:pt x="1849920" y="1862980"/>
                    </a:lnTo>
                    <a:lnTo>
                      <a:pt x="1827240" y="1976020"/>
                    </a:lnTo>
                    <a:lnTo>
                      <a:pt x="1829040" y="2004100"/>
                    </a:lnTo>
                    <a:lnTo>
                      <a:pt x="1840200" y="2021740"/>
                    </a:lnTo>
                    <a:lnTo>
                      <a:pt x="1856040" y="2032180"/>
                    </a:lnTo>
                    <a:lnTo>
                      <a:pt x="1888800" y="2038300"/>
                    </a:lnTo>
                    <a:lnTo>
                      <a:pt x="1907160" y="2034340"/>
                    </a:lnTo>
                    <a:lnTo>
                      <a:pt x="1928400" y="2016340"/>
                    </a:lnTo>
                    <a:lnTo>
                      <a:pt x="1935240" y="1998700"/>
                    </a:lnTo>
                    <a:lnTo>
                      <a:pt x="1979160" y="1732300"/>
                    </a:lnTo>
                    <a:lnTo>
                      <a:pt x="2247000" y="1657780"/>
                    </a:lnTo>
                    <a:lnTo>
                      <a:pt x="2267160" y="1638700"/>
                    </a:lnTo>
                    <a:lnTo>
                      <a:pt x="2273280" y="1611340"/>
                    </a:lnTo>
                    <a:lnTo>
                      <a:pt x="2268240" y="1593340"/>
                    </a:lnTo>
                    <a:lnTo>
                      <a:pt x="2256720" y="1578580"/>
                    </a:lnTo>
                    <a:lnTo>
                      <a:pt x="2240520" y="1569220"/>
                    </a:lnTo>
                    <a:lnTo>
                      <a:pt x="2221800" y="1567060"/>
                    </a:lnTo>
                    <a:lnTo>
                      <a:pt x="1996800" y="1626820"/>
                    </a:lnTo>
                    <a:lnTo>
                      <a:pt x="2358960" y="1528540"/>
                    </a:lnTo>
                    <a:lnTo>
                      <a:pt x="2384160" y="1540060"/>
                    </a:lnTo>
                    <a:lnTo>
                      <a:pt x="2411880" y="1535380"/>
                    </a:lnTo>
                    <a:lnTo>
                      <a:pt x="2432040" y="1516300"/>
                    </a:lnTo>
                    <a:lnTo>
                      <a:pt x="2452920" y="1472380"/>
                    </a:lnTo>
                    <a:lnTo>
                      <a:pt x="2448240" y="1444660"/>
                    </a:lnTo>
                    <a:lnTo>
                      <a:pt x="2436720" y="1429900"/>
                    </a:lnTo>
                    <a:lnTo>
                      <a:pt x="2420880" y="1420900"/>
                    </a:lnTo>
                    <a:lnTo>
                      <a:pt x="2416920" y="1406140"/>
                    </a:lnTo>
                    <a:lnTo>
                      <a:pt x="2499000" y="1382380"/>
                    </a:lnTo>
                    <a:lnTo>
                      <a:pt x="2519160" y="1363300"/>
                    </a:lnTo>
                    <a:lnTo>
                      <a:pt x="2525280" y="1345300"/>
                    </a:lnTo>
                    <a:lnTo>
                      <a:pt x="2520240" y="1317940"/>
                    </a:lnTo>
                    <a:lnTo>
                      <a:pt x="2508720" y="1303180"/>
                    </a:lnTo>
                    <a:lnTo>
                      <a:pt x="2492520" y="1293820"/>
                    </a:lnTo>
                    <a:lnTo>
                      <a:pt x="2464800" y="1293100"/>
                    </a:lnTo>
                    <a:lnTo>
                      <a:pt x="2392080" y="1313620"/>
                    </a:lnTo>
                    <a:lnTo>
                      <a:pt x="2390640" y="1308940"/>
                    </a:lnTo>
                    <a:lnTo>
                      <a:pt x="2456160" y="1286980"/>
                    </a:lnTo>
                    <a:lnTo>
                      <a:pt x="2472000" y="1264300"/>
                    </a:lnTo>
                    <a:lnTo>
                      <a:pt x="2472720" y="1236580"/>
                    </a:lnTo>
                    <a:lnTo>
                      <a:pt x="2457960" y="1212820"/>
                    </a:lnTo>
                    <a:lnTo>
                      <a:pt x="2432400" y="1201660"/>
                    </a:lnTo>
                    <a:lnTo>
                      <a:pt x="2365800" y="1216420"/>
                    </a:lnTo>
                    <a:lnTo>
                      <a:pt x="2387400" y="1195180"/>
                    </a:lnTo>
                    <a:lnTo>
                      <a:pt x="2393160" y="1177540"/>
                    </a:lnTo>
                    <a:lnTo>
                      <a:pt x="2392080" y="1158820"/>
                    </a:lnTo>
                    <a:lnTo>
                      <a:pt x="2376960" y="1135420"/>
                    </a:lnTo>
                    <a:lnTo>
                      <a:pt x="2360760" y="1126060"/>
                    </a:lnTo>
                    <a:lnTo>
                      <a:pt x="2339880" y="1124260"/>
                    </a:lnTo>
                    <a:lnTo>
                      <a:pt x="2330520" y="1110580"/>
                    </a:lnTo>
                    <a:lnTo>
                      <a:pt x="2334840" y="1074580"/>
                    </a:lnTo>
                    <a:lnTo>
                      <a:pt x="2321160" y="1052260"/>
                    </a:lnTo>
                    <a:lnTo>
                      <a:pt x="2312520" y="1019500"/>
                    </a:lnTo>
                    <a:lnTo>
                      <a:pt x="2393160" y="992860"/>
                    </a:lnTo>
                    <a:lnTo>
                      <a:pt x="2409000" y="969820"/>
                    </a:lnTo>
                    <a:lnTo>
                      <a:pt x="2411160" y="951460"/>
                    </a:lnTo>
                    <a:lnTo>
                      <a:pt x="2406120" y="933460"/>
                    </a:lnTo>
                    <a:lnTo>
                      <a:pt x="2394600" y="918700"/>
                    </a:lnTo>
                    <a:lnTo>
                      <a:pt x="2369040" y="907540"/>
                    </a:lnTo>
                    <a:lnTo>
                      <a:pt x="2287320" y="926980"/>
                    </a:lnTo>
                    <a:lnTo>
                      <a:pt x="2283360" y="912580"/>
                    </a:lnTo>
                    <a:lnTo>
                      <a:pt x="2454720" y="865060"/>
                    </a:lnTo>
                    <a:lnTo>
                      <a:pt x="2471280" y="856420"/>
                    </a:lnTo>
                    <a:lnTo>
                      <a:pt x="2487480" y="833740"/>
                    </a:lnTo>
                    <a:lnTo>
                      <a:pt x="2488200" y="806020"/>
                    </a:lnTo>
                    <a:lnTo>
                      <a:pt x="2479560" y="789100"/>
                    </a:lnTo>
                    <a:lnTo>
                      <a:pt x="2465520" y="776860"/>
                    </a:lnTo>
                    <a:lnTo>
                      <a:pt x="2447880" y="771100"/>
                    </a:lnTo>
                    <a:lnTo>
                      <a:pt x="2315400" y="803860"/>
                    </a:lnTo>
                    <a:lnTo>
                      <a:pt x="2400360" y="770380"/>
                    </a:lnTo>
                    <a:lnTo>
                      <a:pt x="2418720" y="749140"/>
                    </a:lnTo>
                    <a:lnTo>
                      <a:pt x="2422680" y="731140"/>
                    </a:lnTo>
                    <a:lnTo>
                      <a:pt x="2419440" y="712420"/>
                    </a:lnTo>
                    <a:lnTo>
                      <a:pt x="2409360" y="696580"/>
                    </a:lnTo>
                    <a:lnTo>
                      <a:pt x="2388120" y="683980"/>
                    </a:lnTo>
                    <a:lnTo>
                      <a:pt x="2403960" y="673900"/>
                    </a:lnTo>
                    <a:lnTo>
                      <a:pt x="2415120" y="658780"/>
                    </a:lnTo>
                    <a:lnTo>
                      <a:pt x="2419080" y="640420"/>
                    </a:lnTo>
                    <a:lnTo>
                      <a:pt x="2413680" y="615580"/>
                    </a:lnTo>
                    <a:lnTo>
                      <a:pt x="2434920" y="600820"/>
                    </a:lnTo>
                    <a:lnTo>
                      <a:pt x="2444280" y="584620"/>
                    </a:lnTo>
                    <a:lnTo>
                      <a:pt x="2445000" y="556540"/>
                    </a:lnTo>
                    <a:lnTo>
                      <a:pt x="2431680" y="526300"/>
                    </a:lnTo>
                    <a:lnTo>
                      <a:pt x="2420160" y="511180"/>
                    </a:lnTo>
                    <a:lnTo>
                      <a:pt x="2404320" y="501820"/>
                    </a:lnTo>
                    <a:lnTo>
                      <a:pt x="2385600" y="498940"/>
                    </a:lnTo>
                    <a:lnTo>
                      <a:pt x="2362920" y="505780"/>
                    </a:lnTo>
                    <a:lnTo>
                      <a:pt x="2332680" y="454300"/>
                    </a:lnTo>
                    <a:lnTo>
                      <a:pt x="2316120" y="445660"/>
                    </a:lnTo>
                    <a:lnTo>
                      <a:pt x="2288040" y="446380"/>
                    </a:lnTo>
                    <a:lnTo>
                      <a:pt x="2271840" y="455740"/>
                    </a:lnTo>
                    <a:lnTo>
                      <a:pt x="2260320" y="470500"/>
                    </a:lnTo>
                    <a:lnTo>
                      <a:pt x="2256720" y="502900"/>
                    </a:lnTo>
                    <a:lnTo>
                      <a:pt x="1934160" y="686140"/>
                    </a:lnTo>
                    <a:lnTo>
                      <a:pt x="1927680" y="674980"/>
                    </a:lnTo>
                    <a:lnTo>
                      <a:pt x="2193000" y="521980"/>
                    </a:lnTo>
                    <a:lnTo>
                      <a:pt x="2212080" y="501820"/>
                    </a:lnTo>
                    <a:lnTo>
                      <a:pt x="2216760" y="474100"/>
                    </a:lnTo>
                    <a:lnTo>
                      <a:pt x="2205240" y="448900"/>
                    </a:lnTo>
                    <a:lnTo>
                      <a:pt x="2181480" y="434140"/>
                    </a:lnTo>
                    <a:lnTo>
                      <a:pt x="2153760" y="435220"/>
                    </a:lnTo>
                    <a:lnTo>
                      <a:pt x="1862520" y="601900"/>
                    </a:lnTo>
                    <a:lnTo>
                      <a:pt x="1847760" y="576700"/>
                    </a:lnTo>
                    <a:lnTo>
                      <a:pt x="2120640" y="422980"/>
                    </a:lnTo>
                    <a:lnTo>
                      <a:pt x="2129280" y="406420"/>
                    </a:lnTo>
                    <a:lnTo>
                      <a:pt x="2131080" y="387700"/>
                    </a:lnTo>
                    <a:lnTo>
                      <a:pt x="2119920" y="362140"/>
                    </a:lnTo>
                    <a:lnTo>
                      <a:pt x="2105520" y="350260"/>
                    </a:lnTo>
                    <a:lnTo>
                      <a:pt x="2087520" y="345220"/>
                    </a:lnTo>
                    <a:lnTo>
                      <a:pt x="2060160" y="350980"/>
                    </a:lnTo>
                    <a:lnTo>
                      <a:pt x="1803120" y="491740"/>
                    </a:lnTo>
                    <a:lnTo>
                      <a:pt x="1791600" y="472660"/>
                    </a:lnTo>
                    <a:lnTo>
                      <a:pt x="1952520" y="374740"/>
                    </a:lnTo>
                    <a:lnTo>
                      <a:pt x="1960800" y="358180"/>
                    </a:lnTo>
                    <a:lnTo>
                      <a:pt x="1961880" y="339460"/>
                    </a:lnTo>
                    <a:lnTo>
                      <a:pt x="1955760" y="321460"/>
                    </a:lnTo>
                    <a:lnTo>
                      <a:pt x="1943520" y="307420"/>
                    </a:lnTo>
                    <a:lnTo>
                      <a:pt x="1926600" y="299500"/>
                    </a:lnTo>
                    <a:lnTo>
                      <a:pt x="1898880" y="300220"/>
                    </a:lnTo>
                    <a:lnTo>
                      <a:pt x="1875480" y="285460"/>
                    </a:lnTo>
                    <a:lnTo>
                      <a:pt x="1856760" y="284380"/>
                    </a:lnTo>
                    <a:lnTo>
                      <a:pt x="1831200" y="295540"/>
                    </a:lnTo>
                    <a:lnTo>
                      <a:pt x="1818960" y="312460"/>
                    </a:lnTo>
                    <a:lnTo>
                      <a:pt x="1795200" y="272140"/>
                    </a:lnTo>
                    <a:lnTo>
                      <a:pt x="1780440" y="260260"/>
                    </a:lnTo>
                    <a:lnTo>
                      <a:pt x="1746600" y="257020"/>
                    </a:lnTo>
                    <a:lnTo>
                      <a:pt x="1731840" y="245140"/>
                    </a:lnTo>
                    <a:lnTo>
                      <a:pt x="1713840" y="240100"/>
                    </a:lnTo>
                    <a:lnTo>
                      <a:pt x="1695120" y="242260"/>
                    </a:lnTo>
                    <a:lnTo>
                      <a:pt x="1668120" y="256300"/>
                    </a:lnTo>
                    <a:lnTo>
                      <a:pt x="1645080" y="225340"/>
                    </a:lnTo>
                    <a:lnTo>
                      <a:pt x="1597920" y="212380"/>
                    </a:lnTo>
                    <a:lnTo>
                      <a:pt x="1578840" y="214900"/>
                    </a:lnTo>
                    <a:lnTo>
                      <a:pt x="1556520" y="206980"/>
                    </a:lnTo>
                    <a:lnTo>
                      <a:pt x="1538160" y="209140"/>
                    </a:lnTo>
                    <a:lnTo>
                      <a:pt x="1494240" y="235060"/>
                    </a:lnTo>
                    <a:lnTo>
                      <a:pt x="1457520" y="177100"/>
                    </a:lnTo>
                    <a:lnTo>
                      <a:pt x="1440960" y="168820"/>
                    </a:lnTo>
                    <a:lnTo>
                      <a:pt x="1413960" y="168820"/>
                    </a:lnTo>
                    <a:lnTo>
                      <a:pt x="1390200" y="154060"/>
                    </a:lnTo>
                    <a:lnTo>
                      <a:pt x="1362480" y="154780"/>
                    </a:lnTo>
                    <a:lnTo>
                      <a:pt x="1290480" y="194740"/>
                    </a:lnTo>
                    <a:lnTo>
                      <a:pt x="1299120" y="170980"/>
                    </a:lnTo>
                    <a:lnTo>
                      <a:pt x="1293360" y="143980"/>
                    </a:lnTo>
                    <a:lnTo>
                      <a:pt x="1273200" y="124540"/>
                    </a:lnTo>
                    <a:lnTo>
                      <a:pt x="1255200" y="119500"/>
                    </a:lnTo>
                    <a:lnTo>
                      <a:pt x="1227840" y="125620"/>
                    </a:lnTo>
                    <a:lnTo>
                      <a:pt x="1152600" y="168100"/>
                    </a:lnTo>
                    <a:lnTo>
                      <a:pt x="1147200" y="159460"/>
                    </a:lnTo>
                    <a:lnTo>
                      <a:pt x="1156560" y="134260"/>
                    </a:lnTo>
                    <a:lnTo>
                      <a:pt x="1154400" y="115540"/>
                    </a:lnTo>
                    <a:lnTo>
                      <a:pt x="1145040" y="99340"/>
                    </a:lnTo>
                    <a:lnTo>
                      <a:pt x="1130280" y="87820"/>
                    </a:lnTo>
                    <a:lnTo>
                      <a:pt x="1060800" y="71620"/>
                    </a:lnTo>
                    <a:lnTo>
                      <a:pt x="1043160" y="77740"/>
                    </a:lnTo>
                    <a:lnTo>
                      <a:pt x="1024440" y="97180"/>
                    </a:lnTo>
                    <a:lnTo>
                      <a:pt x="1003920" y="62620"/>
                    </a:lnTo>
                    <a:lnTo>
                      <a:pt x="989160" y="51100"/>
                    </a:lnTo>
                    <a:lnTo>
                      <a:pt x="954240" y="47860"/>
                    </a:lnTo>
                    <a:lnTo>
                      <a:pt x="922200" y="32380"/>
                    </a:lnTo>
                    <a:lnTo>
                      <a:pt x="903840" y="34540"/>
                    </a:lnTo>
                    <a:lnTo>
                      <a:pt x="879000" y="47860"/>
                    </a:lnTo>
                    <a:lnTo>
                      <a:pt x="857400" y="17260"/>
                    </a:lnTo>
                    <a:lnTo>
                      <a:pt x="831480" y="7180"/>
                    </a:lnTo>
                    <a:lnTo>
                      <a:pt x="804480" y="13300"/>
                    </a:lnTo>
                    <a:lnTo>
                      <a:pt x="785040" y="33460"/>
                    </a:lnTo>
                    <a:lnTo>
                      <a:pt x="780360" y="60820"/>
                    </a:lnTo>
                    <a:lnTo>
                      <a:pt x="795840" y="95740"/>
                    </a:lnTo>
                    <a:lnTo>
                      <a:pt x="764880" y="117700"/>
                    </a:lnTo>
                    <a:lnTo>
                      <a:pt x="749400" y="160180"/>
                    </a:lnTo>
                    <a:lnTo>
                      <a:pt x="706200" y="151180"/>
                    </a:lnTo>
                    <a:lnTo>
                      <a:pt x="652560" y="177820"/>
                    </a:lnTo>
                    <a:lnTo>
                      <a:pt x="626280" y="134260"/>
                    </a:lnTo>
                    <a:lnTo>
                      <a:pt x="611520" y="122740"/>
                    </a:lnTo>
                    <a:lnTo>
                      <a:pt x="593520" y="117700"/>
                    </a:lnTo>
                    <a:lnTo>
                      <a:pt x="566520" y="123820"/>
                    </a:lnTo>
                    <a:lnTo>
                      <a:pt x="552120" y="136060"/>
                    </a:lnTo>
                    <a:lnTo>
                      <a:pt x="542400" y="162340"/>
                    </a:lnTo>
                    <a:lnTo>
                      <a:pt x="544560" y="180700"/>
                    </a:lnTo>
                    <a:lnTo>
                      <a:pt x="569040" y="225340"/>
                    </a:lnTo>
                    <a:lnTo>
                      <a:pt x="525480" y="250900"/>
                    </a:lnTo>
                    <a:lnTo>
                      <a:pt x="510360" y="274660"/>
                    </a:lnTo>
                    <a:lnTo>
                      <a:pt x="509640" y="308500"/>
                    </a:lnTo>
                    <a:lnTo>
                      <a:pt x="526920" y="340180"/>
                    </a:lnTo>
                    <a:lnTo>
                      <a:pt x="499560" y="350980"/>
                    </a:lnTo>
                    <a:lnTo>
                      <a:pt x="484440" y="374380"/>
                    </a:lnTo>
                    <a:lnTo>
                      <a:pt x="484440" y="402100"/>
                    </a:lnTo>
                    <a:lnTo>
                      <a:pt x="495240" y="423700"/>
                    </a:lnTo>
                    <a:lnTo>
                      <a:pt x="490920" y="425860"/>
                    </a:lnTo>
                    <a:lnTo>
                      <a:pt x="461400" y="373660"/>
                    </a:lnTo>
                    <a:lnTo>
                      <a:pt x="455640" y="344500"/>
                    </a:lnTo>
                    <a:lnTo>
                      <a:pt x="435480" y="325060"/>
                    </a:lnTo>
                    <a:lnTo>
                      <a:pt x="404160" y="316420"/>
                    </a:lnTo>
                    <a:lnTo>
                      <a:pt x="385800" y="318940"/>
                    </a:lnTo>
                    <a:lnTo>
                      <a:pt x="369240" y="327940"/>
                    </a:lnTo>
                    <a:lnTo>
                      <a:pt x="357720" y="342700"/>
                    </a:lnTo>
                    <a:lnTo>
                      <a:pt x="349080" y="373660"/>
                    </a:lnTo>
                    <a:lnTo>
                      <a:pt x="351600" y="392380"/>
                    </a:lnTo>
                    <a:lnTo>
                      <a:pt x="360600" y="408580"/>
                    </a:lnTo>
                    <a:lnTo>
                      <a:pt x="377520" y="421180"/>
                    </a:lnTo>
                    <a:lnTo>
                      <a:pt x="407400" y="473740"/>
                    </a:lnTo>
                    <a:lnTo>
                      <a:pt x="403800" y="475540"/>
                    </a:lnTo>
                    <a:lnTo>
                      <a:pt x="384360" y="457540"/>
                    </a:lnTo>
                    <a:lnTo>
                      <a:pt x="356640" y="453220"/>
                    </a:lnTo>
                    <a:lnTo>
                      <a:pt x="331440" y="464740"/>
                    </a:lnTo>
                    <a:lnTo>
                      <a:pt x="319920" y="479500"/>
                    </a:lnTo>
                    <a:lnTo>
                      <a:pt x="314880" y="497500"/>
                    </a:lnTo>
                    <a:lnTo>
                      <a:pt x="320640" y="523060"/>
                    </a:lnTo>
                    <a:lnTo>
                      <a:pt x="302640" y="542500"/>
                    </a:lnTo>
                    <a:lnTo>
                      <a:pt x="293640" y="570940"/>
                    </a:lnTo>
                    <a:lnTo>
                      <a:pt x="295800" y="589660"/>
                    </a:lnTo>
                    <a:lnTo>
                      <a:pt x="321360" y="637180"/>
                    </a:lnTo>
                    <a:lnTo>
                      <a:pt x="274920" y="664180"/>
                    </a:lnTo>
                    <a:lnTo>
                      <a:pt x="263400" y="678940"/>
                    </a:lnTo>
                    <a:lnTo>
                      <a:pt x="258360" y="697300"/>
                    </a:lnTo>
                    <a:lnTo>
                      <a:pt x="260520" y="715660"/>
                    </a:lnTo>
                    <a:lnTo>
                      <a:pt x="269880" y="731860"/>
                    </a:lnTo>
                    <a:lnTo>
                      <a:pt x="284640" y="743740"/>
                    </a:lnTo>
                    <a:lnTo>
                      <a:pt x="310560" y="748420"/>
                    </a:lnTo>
                    <a:lnTo>
                      <a:pt x="233520" y="795940"/>
                    </a:lnTo>
                    <a:lnTo>
                      <a:pt x="224880" y="812860"/>
                    </a:lnTo>
                    <a:lnTo>
                      <a:pt x="223440" y="831580"/>
                    </a:lnTo>
                    <a:lnTo>
                      <a:pt x="229200" y="849220"/>
                    </a:lnTo>
                    <a:lnTo>
                      <a:pt x="249360" y="868660"/>
                    </a:lnTo>
                    <a:lnTo>
                      <a:pt x="229920" y="866860"/>
                    </a:lnTo>
                    <a:lnTo>
                      <a:pt x="211920" y="872620"/>
                    </a:lnTo>
                    <a:lnTo>
                      <a:pt x="197880" y="884860"/>
                    </a:lnTo>
                    <a:lnTo>
                      <a:pt x="187800" y="910780"/>
                    </a:lnTo>
                    <a:lnTo>
                      <a:pt x="193560" y="937780"/>
                    </a:lnTo>
                    <a:lnTo>
                      <a:pt x="258360" y="1052620"/>
                    </a:lnTo>
                    <a:lnTo>
                      <a:pt x="210120" y="1079980"/>
                    </a:lnTo>
                    <a:lnTo>
                      <a:pt x="192120" y="1070260"/>
                    </a:lnTo>
                    <a:lnTo>
                      <a:pt x="164400" y="1070980"/>
                    </a:lnTo>
                    <a:lnTo>
                      <a:pt x="147840" y="1079980"/>
                    </a:lnTo>
                    <a:lnTo>
                      <a:pt x="136320" y="1094740"/>
                    </a:lnTo>
                    <a:lnTo>
                      <a:pt x="132720" y="1126780"/>
                    </a:lnTo>
                    <a:lnTo>
                      <a:pt x="119400" y="1156300"/>
                    </a:lnTo>
                    <a:lnTo>
                      <a:pt x="129480" y="1189420"/>
                    </a:lnTo>
                    <a:lnTo>
                      <a:pt x="107880" y="1205260"/>
                    </a:lnTo>
                    <a:lnTo>
                      <a:pt x="97800" y="1231180"/>
                    </a:lnTo>
                    <a:lnTo>
                      <a:pt x="100320" y="1249900"/>
                    </a:lnTo>
                    <a:lnTo>
                      <a:pt x="131640" y="1306420"/>
                    </a:lnTo>
                    <a:lnTo>
                      <a:pt x="99240" y="1305340"/>
                    </a:lnTo>
                    <a:lnTo>
                      <a:pt x="82680" y="1314340"/>
                    </a:lnTo>
                    <a:lnTo>
                      <a:pt x="71160" y="1329100"/>
                    </a:lnTo>
                    <a:lnTo>
                      <a:pt x="57840" y="1387060"/>
                    </a:lnTo>
                    <a:lnTo>
                      <a:pt x="75480" y="1418740"/>
                    </a:lnTo>
                    <a:lnTo>
                      <a:pt x="57120" y="1424500"/>
                    </a:lnTo>
                    <a:lnTo>
                      <a:pt x="38040" y="1444660"/>
                    </a:lnTo>
                    <a:lnTo>
                      <a:pt x="33360" y="1472380"/>
                    </a:lnTo>
                    <a:lnTo>
                      <a:pt x="47040" y="1504060"/>
                    </a:lnTo>
                    <a:lnTo>
                      <a:pt x="25080" y="1517380"/>
                    </a:lnTo>
                    <a:lnTo>
                      <a:pt x="9600" y="1540780"/>
                    </a:lnTo>
                    <a:lnTo>
                      <a:pt x="8160" y="1559140"/>
                    </a:lnTo>
                    <a:lnTo>
                      <a:pt x="13560" y="1577140"/>
                    </a:lnTo>
                    <a:lnTo>
                      <a:pt x="25800" y="1591540"/>
                    </a:lnTo>
                    <a:lnTo>
                      <a:pt x="42360" y="1600180"/>
                    </a:lnTo>
                    <a:lnTo>
                      <a:pt x="70080" y="1599820"/>
                    </a:lnTo>
                    <a:lnTo>
                      <a:pt x="137760" y="1564180"/>
                    </a:lnTo>
                    <a:lnTo>
                      <a:pt x="143160" y="1574260"/>
                    </a:lnTo>
                    <a:lnTo>
                      <a:pt x="13200" y="1651660"/>
                    </a:lnTo>
                    <a:lnTo>
                      <a:pt x="4560" y="1668220"/>
                    </a:lnTo>
                    <a:lnTo>
                      <a:pt x="3120" y="1686940"/>
                    </a:lnTo>
                    <a:lnTo>
                      <a:pt x="8880" y="1704940"/>
                    </a:lnTo>
                    <a:lnTo>
                      <a:pt x="21120" y="1718980"/>
                    </a:lnTo>
                    <a:lnTo>
                      <a:pt x="49200" y="1729060"/>
                    </a:lnTo>
                    <a:lnTo>
                      <a:pt x="100320" y="1766500"/>
                    </a:lnTo>
                    <a:lnTo>
                      <a:pt x="117960" y="1771900"/>
                    </a:lnTo>
                    <a:lnTo>
                      <a:pt x="136680" y="1770100"/>
                    </a:lnTo>
                    <a:close/>
                  </a:path>
                </a:pathLst>
              </a:custGeom>
              <a:noFill/>
              <a:ln w="18000" cap="flat">
                <a:solidFill>
                  <a:srgbClr val="211F1A"/>
                </a:solidFill>
                <a:custDash>
                  <a:ds d="80000" sp="200000"/>
                </a:custDash>
                <a:round/>
              </a:ln>
            </p:spPr>
          </p:sp>
        </p:grpSp>
        <p:grpSp>
          <p:nvGrpSpPr>
            <p:cNvPr id="47" name="image_2:overlay:point_2"/>
            <p:cNvGrpSpPr/>
            <p:nvPr/>
          </p:nvGrpSpPr>
          <p:grpSpPr>
            <a:xfrm>
              <a:off x="8877300" y="4229100"/>
              <a:ext cx="330200" cy="279400"/>
              <a:chOff x="8877300" y="4229100"/>
              <a:chExt cx="330200" cy="279400"/>
            </a:xfrm>
          </p:grpSpPr>
          <p:sp>
            <p:nvSpPr>
              <p:cNvPr id="45" name="image_2:overlay:point_2:poi_education:osm-w126696975"/>
              <p:cNvSpPr/>
              <p:nvPr/>
            </p:nvSpPr>
            <p:spPr>
              <a:xfrm>
                <a:off x="8877300" y="42291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46" name="image_2:overlay:point_2:poi_education:osm-w126696976"/>
              <p:cNvSpPr/>
              <p:nvPr/>
            </p:nvSpPr>
            <p:spPr>
              <a:xfrm>
                <a:off x="9118600" y="44196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51" name="image_2:overlay:point_1_1"/>
            <p:cNvGrpSpPr/>
            <p:nvPr/>
          </p:nvGrpSpPr>
          <p:grpSpPr>
            <a:xfrm>
              <a:off x="8928100" y="2273300"/>
              <a:ext cx="838200" cy="1854200"/>
              <a:chOff x="8928100" y="2273300"/>
              <a:chExt cx="838200" cy="1854200"/>
            </a:xfrm>
          </p:grpSpPr>
          <p:sp>
            <p:nvSpPr>
              <p:cNvPr id="48" name="image_2:overlay:point_1_1:poi_education:ovt-1e3faa2e-cbbe-4adf-a84c-8d4ccdac2acc"/>
              <p:cNvSpPr/>
              <p:nvPr/>
            </p:nvSpPr>
            <p:spPr>
              <a:xfrm>
                <a:off x="8928100" y="22733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49" name="image_2:overlay:point_1_1:poi_education:ovt-94e3bcf4-06d2-4236-b9ba-d69e2f583d5e"/>
              <p:cNvSpPr/>
              <p:nvPr/>
            </p:nvSpPr>
            <p:spPr>
              <a:xfrm>
                <a:off x="9677400" y="3911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0" name="image_2:overlay:point_1_1:poi_education:ovt-e71d1b6b-77aa-4b9a-9b9e-e7f94fba0996"/>
              <p:cNvSpPr/>
              <p:nvPr/>
            </p:nvSpPr>
            <p:spPr>
              <a:xfrm>
                <a:off x="9588500" y="4038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56" name="image_2:overlay:point_1_2"/>
            <p:cNvGrpSpPr/>
            <p:nvPr/>
          </p:nvGrpSpPr>
          <p:grpSpPr>
            <a:xfrm>
              <a:off x="8216900" y="3009900"/>
              <a:ext cx="1460500" cy="1320800"/>
              <a:chOff x="8216900" y="3009900"/>
              <a:chExt cx="1460500" cy="1320800"/>
            </a:xfrm>
          </p:grpSpPr>
          <p:sp>
            <p:nvSpPr>
              <p:cNvPr id="52" name="image_2:overlay:point_1_2:poi_education:osm-w474008117"/>
              <p:cNvSpPr/>
              <p:nvPr/>
            </p:nvSpPr>
            <p:spPr>
              <a:xfrm>
                <a:off x="8216900" y="33020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3" name="image_2:overlay:point_1_2:poi_education:osm-w474010898"/>
              <p:cNvSpPr/>
              <p:nvPr/>
            </p:nvSpPr>
            <p:spPr>
              <a:xfrm>
                <a:off x="9499600" y="42418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4" name="image_2:overlay:point_1_2:poi_education:osm-w474010902"/>
              <p:cNvSpPr/>
              <p:nvPr/>
            </p:nvSpPr>
            <p:spPr>
              <a:xfrm>
                <a:off x="9512300" y="30099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5" name="image_2:overlay:point_1_2:poi_education:osm-w97264681"/>
              <p:cNvSpPr/>
              <p:nvPr/>
            </p:nvSpPr>
            <p:spPr>
              <a:xfrm>
                <a:off x="9588500" y="39370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58" name="image_2:overlay:labels_stop"/>
            <p:cNvGrpSpPr/>
            <p:nvPr/>
          </p:nvGrpSpPr>
          <p:grpSpPr>
            <a:xfrm>
              <a:off x="9334500" y="3238500"/>
              <a:ext cx="1257300" cy="165100"/>
              <a:chOff x="9334500" y="3238500"/>
              <a:chExt cx="1257300" cy="165100"/>
            </a:xfrm>
          </p:grpSpPr>
          <p:sp>
            <p:nvSpPr>
              <p:cNvPr id="57" name="image_2:overlay:labels_stop:transit_stops:osm-n9683398095"/>
              <p:cNvSpPr txBox="1"/>
              <p:nvPr/>
            </p:nvSpPr>
            <p:spPr>
              <a:xfrm>
                <a:off x="9334500" y="3238500"/>
                <a:ext cx="12573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Таганрог-Пассажирский</a:t>
                </a:r>
              </a:p>
            </p:txBody>
          </p:sp>
        </p:grpSp>
        <p:grpSp>
          <p:nvGrpSpPr>
            <p:cNvPr id="61" name="image_2:overlay:labels_point_2"/>
            <p:cNvGrpSpPr/>
            <p:nvPr/>
          </p:nvGrpSpPr>
          <p:grpSpPr>
            <a:xfrm>
              <a:off x="7950200" y="4038600"/>
              <a:ext cx="2184400" cy="647700"/>
              <a:chOff x="7950200" y="4038600"/>
              <a:chExt cx="2184400" cy="647700"/>
            </a:xfrm>
          </p:grpSpPr>
          <p:sp>
            <p:nvSpPr>
              <p:cNvPr id="59" name="image_2:overlay:labels_point_2:poi_education:osm-w126696975"/>
              <p:cNvSpPr txBox="1"/>
              <p:nvPr/>
            </p:nvSpPr>
            <p:spPr>
              <a:xfrm>
                <a:off x="7950200" y="4038600"/>
                <a:ext cx="9271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b">
                <a:noAutofit/>
              </a:bodyPr>
              <a:lstStyle/>
              <a:p>
                <a:pPr algn="r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52</a:t>
                </a:r>
              </a:p>
            </p:txBody>
          </p:sp>
          <p:sp>
            <p:nvSpPr>
              <p:cNvPr id="60" name="image_2:overlay:labels_point_2:poi_education:osm-w126696976"/>
              <p:cNvSpPr txBox="1"/>
              <p:nvPr/>
            </p:nvSpPr>
            <p:spPr>
              <a:xfrm>
                <a:off x="9207500" y="4521200"/>
                <a:ext cx="9271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93</a:t>
                </a:r>
              </a:p>
            </p:txBody>
          </p:sp>
        </p:grpSp>
        <p:grpSp>
          <p:nvGrpSpPr>
            <p:cNvPr id="67" name="image_2:overlay:scale_bar"/>
            <p:cNvGrpSpPr/>
            <p:nvPr/>
          </p:nvGrpSpPr>
          <p:grpSpPr>
            <a:xfrm>
              <a:off x="9296400" y="4864100"/>
              <a:ext cx="1511300" cy="292100"/>
              <a:chOff x="9296400" y="4864100"/>
              <a:chExt cx="1511300" cy="292100"/>
            </a:xfrm>
          </p:grpSpPr>
          <p:sp>
            <p:nvSpPr>
              <p:cNvPr id="62" name="image_2:overlay:scale_bar:plate"/>
              <p:cNvSpPr/>
              <p:nvPr/>
            </p:nvSpPr>
            <p:spPr>
              <a:xfrm>
                <a:off x="9296400" y="4864100"/>
                <a:ext cx="15113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511300" h="292100">
                    <a:moveTo>
                      <a:pt x="3335" y="2498"/>
                    </a:moveTo>
                    <a:lnTo>
                      <a:pt x="1502536" y="2498"/>
                    </a:lnTo>
                    <a:lnTo>
                      <a:pt x="1502536" y="290080"/>
                    </a:lnTo>
                    <a:lnTo>
                      <a:pt x="3335" y="29008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63" name="image_2:overlay:scale_bar:line"/>
              <p:cNvSpPr/>
              <p:nvPr/>
            </p:nvSpPr>
            <p:spPr>
              <a:xfrm>
                <a:off x="9359900" y="5054600"/>
                <a:ext cx="12065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1206500" h="63500" fill="none">
                    <a:moveTo>
                      <a:pt x="1260" y="59080"/>
                    </a:moveTo>
                    <a:lnTo>
                      <a:pt x="1201500" y="59080"/>
                    </a:lnTo>
                    <a:moveTo>
                      <a:pt x="1260" y="59080"/>
                    </a:moveTo>
                    <a:lnTo>
                      <a:pt x="1260" y="5080"/>
                    </a:lnTo>
                    <a:moveTo>
                      <a:pt x="601380" y="59080"/>
                    </a:moveTo>
                    <a:lnTo>
                      <a:pt x="601380" y="5080"/>
                    </a:lnTo>
                    <a:moveTo>
                      <a:pt x="1201500" y="59080"/>
                    </a:moveTo>
                    <a:lnTo>
                      <a:pt x="1201500" y="508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64" name="image_2:overlay:scale_bar:label-0"/>
              <p:cNvSpPr txBox="1"/>
              <p:nvPr/>
            </p:nvSpPr>
            <p:spPr>
              <a:xfrm>
                <a:off x="9334500" y="4902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65" name="image_2:overlay:scale_bar:label-1"/>
              <p:cNvSpPr txBox="1"/>
              <p:nvPr/>
            </p:nvSpPr>
            <p:spPr>
              <a:xfrm>
                <a:off x="9880600" y="49022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500</a:t>
                </a:r>
              </a:p>
            </p:txBody>
          </p:sp>
          <p:sp>
            <p:nvSpPr>
              <p:cNvPr id="66" name="image_2:overlay:scale_bar:label-2"/>
              <p:cNvSpPr txBox="1"/>
              <p:nvPr/>
            </p:nvSpPr>
            <p:spPr>
              <a:xfrm>
                <a:off x="10452100" y="4902200"/>
                <a:ext cx="317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b">
                <a:noAutofit/>
              </a:bodyPr>
              <a:lstStyle/>
              <a:p>
                <a:pPr algn="l">
                  <a:lnSpc>
                    <a:spcPts val="14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1 000 м</a:t>
                </a: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CM">
  <a:themeElements>
    <a:clrScheme name="CM">
      <a:dk1>
        <a:srgbClr val="211F1A"/>
      </a:dk1>
      <a:lt1>
        <a:srgbClr val="FFFFFF"/>
      </a:lt1>
      <a:dk2>
        <a:srgbClr val="6E6B66"/>
      </a:dk2>
      <a:lt2>
        <a:srgbClr val="F1EFEB"/>
      </a:lt2>
      <a:accent1>
        <a:srgbClr val="EB7D40"/>
      </a:accent1>
      <a:accent2>
        <a:srgbClr val="BFBFBF"/>
      </a:accent2>
      <a:accent3>
        <a:srgbClr val="6E6B66"/>
      </a:accent3>
      <a:accent4>
        <a:srgbClr val="F1EFEB"/>
      </a:accent4>
      <a:accent5>
        <a:srgbClr val="211F1A"/>
      </a:accent5>
      <a:accent6>
        <a:srgbClr val="BFBFBF"/>
      </a:accent6>
      <a:hlink>
        <a:srgbClr val="211F1A"/>
      </a:hlink>
      <a:folHlink>
        <a:srgbClr val="6E6B66"/>
      </a:folHlink>
    </a:clrScheme>
    <a:fontScheme name="CM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CM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 альбома CM</dc:title>
  <dc:subject/>
  <dc:creator>CM International</dc:creator>
  <cp:keywords>cm-deck:c71ad3f4849490e66946d41e13368ccca816d3ecac8e5d2db9cd9bb7f0f6fa63 cm-deck-mode:report</cp:keywords>
  <dc:description>Генерируется из tokens/ командой cm-deck template; руками не правится.</dc:description>
  <cp:lastModifiedBy>cm-deck</cp:lastModifiedBy>
  <cp:revision>1</cp:revision>
  <dcterms:created xsi:type="dcterms:W3CDTF">2013-01-27T09:14:16Z</dcterms:created>
  <dcterms:modified xsi:type="dcterms:W3CDTF">2013-01-27T09:15:58Z</dcterms:modified>
  <cp:category/>
</cp:coreProperties>
</file>