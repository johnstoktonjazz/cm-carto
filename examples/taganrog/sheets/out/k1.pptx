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5120000" cy="10692000"/>
  <p:notesSz cx="6858000" cy="9144000"/>
  <p:defaultTextStyle>
    <a:defPPr>
      <a:defRPr lang="ru-RU"/>
    </a:defPPr>
    <a:lvl1pPr marL="0" indent="0" algn="l">
      <a:lnSpc>
        <a:spcPts val="1400"/>
      </a:lnSpc>
      <a:spcBef>
        <a:spcPts val="0"/>
      </a:spcBef>
      <a:spcAft>
        <a:spcPts val="0"/>
      </a:spcAft>
      <a:buNone/>
      <a:defRPr lang="ru-RU" sz="1000" b="0" i="0" u="none">
        <a:solidFill>
          <a:srgbClr val="211F1A"/>
        </a:solidFill>
        <a:latin typeface="Open Sans"/>
        <a:ea typeface="Open Sans"/>
        <a:cs typeface="Open Sans"/>
      </a:defRPr>
    </a:lvl1pPr>
    <a:lvl2pPr marL="0" indent="0" algn="l">
      <a:lnSpc>
        <a:spcPts val="1400"/>
      </a:lnSpc>
      <a:spcBef>
        <a:spcPts val="0"/>
      </a:spcBef>
      <a:spcAft>
        <a:spcPts val="0"/>
      </a:spcAft>
      <a:buNone/>
      <a:defRPr lang="ru-RU" sz="1000" b="0" i="0" u="none">
        <a:solidFill>
          <a:srgbClr val="211F1A"/>
        </a:solidFill>
        <a:latin typeface="Open Sans"/>
        <a:ea typeface="Open Sans"/>
        <a:cs typeface="Open Sans"/>
      </a:defRPr>
    </a:lvl2pPr>
    <a:lvl3pPr marL="0" indent="0" algn="l">
      <a:lnSpc>
        <a:spcPts val="1400"/>
      </a:lnSpc>
      <a:spcBef>
        <a:spcPts val="0"/>
      </a:spcBef>
      <a:spcAft>
        <a:spcPts val="0"/>
      </a:spcAft>
      <a:buNone/>
      <a:defRPr lang="ru-RU" sz="1000" b="0" i="0" u="none">
        <a:solidFill>
          <a:srgbClr val="211F1A"/>
        </a:solidFill>
        <a:latin typeface="Open Sans"/>
        <a:ea typeface="Open Sans"/>
        <a:cs typeface="Open Sans"/>
      </a:defRPr>
    </a:lvl3pPr>
    <a:lvl4pPr marL="0" indent="0" algn="l">
      <a:lnSpc>
        <a:spcPts val="1400"/>
      </a:lnSpc>
      <a:spcBef>
        <a:spcPts val="0"/>
      </a:spcBef>
      <a:spcAft>
        <a:spcPts val="0"/>
      </a:spcAft>
      <a:buNone/>
      <a:defRPr lang="ru-RU" sz="1000" b="0" i="0" u="none">
        <a:solidFill>
          <a:srgbClr val="211F1A"/>
        </a:solidFill>
        <a:latin typeface="Open Sans"/>
        <a:ea typeface="Open Sans"/>
        <a:cs typeface="Open Sans"/>
      </a:defRPr>
    </a:lvl4pPr>
    <a:lvl5pPr marL="0" indent="0" algn="l">
      <a:lnSpc>
        <a:spcPts val="1400"/>
      </a:lnSpc>
      <a:spcBef>
        <a:spcPts val="0"/>
      </a:spcBef>
      <a:spcAft>
        <a:spcPts val="0"/>
      </a:spcAft>
      <a:buNone/>
      <a:defRPr lang="ru-RU" sz="1000" b="0" i="0" u="none">
        <a:solidFill>
          <a:srgbClr val="211F1A"/>
        </a:solidFill>
        <a:latin typeface="Open Sans"/>
        <a:ea typeface="Open Sans"/>
        <a:cs typeface="Open Sans"/>
      </a:defRPr>
    </a:lvl5pPr>
    <a:lvl6pPr marL="0" indent="0" algn="l">
      <a:lnSpc>
        <a:spcPts val="1400"/>
      </a:lnSpc>
      <a:spcBef>
        <a:spcPts val="0"/>
      </a:spcBef>
      <a:spcAft>
        <a:spcPts val="0"/>
      </a:spcAft>
      <a:buNone/>
      <a:defRPr lang="ru-RU" sz="1000" b="0" i="0" u="none">
        <a:solidFill>
          <a:srgbClr val="211F1A"/>
        </a:solidFill>
        <a:latin typeface="Open Sans"/>
        <a:ea typeface="Open Sans"/>
        <a:cs typeface="Open Sans"/>
      </a:defRPr>
    </a:lvl6pPr>
    <a:lvl7pPr marL="0" indent="0" algn="l">
      <a:lnSpc>
        <a:spcPts val="1400"/>
      </a:lnSpc>
      <a:spcBef>
        <a:spcPts val="0"/>
      </a:spcBef>
      <a:spcAft>
        <a:spcPts val="0"/>
      </a:spcAft>
      <a:buNone/>
      <a:defRPr lang="ru-RU" sz="1000" b="0" i="0" u="none">
        <a:solidFill>
          <a:srgbClr val="211F1A"/>
        </a:solidFill>
        <a:latin typeface="Open Sans"/>
        <a:ea typeface="Open Sans"/>
        <a:cs typeface="Open Sans"/>
      </a:defRPr>
    </a:lvl7pPr>
    <a:lvl8pPr marL="0" indent="0" algn="l">
      <a:lnSpc>
        <a:spcPts val="1400"/>
      </a:lnSpc>
      <a:spcBef>
        <a:spcPts val="0"/>
      </a:spcBef>
      <a:spcAft>
        <a:spcPts val="0"/>
      </a:spcAft>
      <a:buNone/>
      <a:defRPr lang="ru-RU" sz="1000" b="0" i="0" u="none">
        <a:solidFill>
          <a:srgbClr val="211F1A"/>
        </a:solidFill>
        <a:latin typeface="Open Sans"/>
        <a:ea typeface="Open Sans"/>
        <a:cs typeface="Open Sans"/>
      </a:defRPr>
    </a:lvl8pPr>
    <a:lvl9pPr marL="0" indent="0" algn="l">
      <a:lnSpc>
        <a:spcPts val="1400"/>
      </a:lnSpc>
      <a:spcBef>
        <a:spcPts val="0"/>
      </a:spcBef>
      <a:spcAft>
        <a:spcPts val="0"/>
      </a:spcAft>
      <a:buNone/>
      <a:defRPr lang="ru-RU" sz="1000" b="0" i="0" u="none">
        <a:solidFill>
          <a:srgbClr val="211F1A"/>
        </a:solidFill>
        <a:latin typeface="Open Sans"/>
        <a:ea typeface="Open Sans"/>
        <a:cs typeface="Open San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Образец К1, карта 1: аналитическая карта на полигоне (Таганрог). Подложка, provenance и overlay.json (контракт overlay 1.1.0) — cm-carto render по examples/taganrog/maps/k1-analysis.yaml (место landscape, легенда 123 мм, 1:11 000); overlay.json верстка читает напрямую. Подпись карты — из provenance. Счет — число объектов на карте внутри изохроны walk-10 от границы ППТ (analysis-isochrones), status check. Расстояние до ближайшего не считалось — «необходим расчет», значения нет (без status). CALC-00001…00006 и ASM-0001 — условные идентификаторы: базы знаний у полигона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Образец К1, карта 2: главная карта раздела, макет image_page (image_full верстка сняла, К-02, Д-048), место wide, легенда внутри, 1:5 000. cm-carto render по examples/taganrog/maps/k1-zoning.yaml; overlay.json верстка читает напрямую, подпись карты — из provenance. Зоны и ЗОУИТ — из синтетической КПТ (cadastral), граница — из синтетического чертежа проекта планировки (official). Граница — цветом текста (К-05).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Образец К1, карта 3: сравнение двух карт одного масштаба (1:30 000, место square_small) с одной легендой (compare_with, легенды двух overlay совпадают). cm-carto render по examples/taganrog/maps/k1-compare-a.yaml и k1-compare-b.yaml; overlay.json верстка читает напрямую, подписи карт — из provenance. Счет школ и садов — объекты на карте внутри изохроны walk-15 от станции; площадь и длина улиц — analysis-isochrones.calc.yaml (status check). CALC-00011…00018 — условные идентификаторы: базы знаний у полигона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2pPr>
            <a:lvl3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3pPr>
            <a:lvl4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4pPr>
            <a:lvl5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5pPr>
            <a:lvl6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6pPr>
            <a:lvl7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7pPr>
            <a:lvl8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8pPr>
            <a:lvl9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9pPr>
          </a:lstStyle>
          <a:p>
            <a:r>
              <a:rPr lang="ru-RU"/>
              <a:t>Титул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1" hasCustomPrompt="1"/>
          </p:nvPr>
        </p:nvSpPr>
        <p:spPr>
          <a:xfrm>
            <a:off x="711200" y="1422400"/>
            <a:ext cx="90678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Подзаголовок обложки</a:t>
            </a:r>
          </a:p>
        </p:txBody>
      </p:sp>
      <p:sp>
        <p:nvSpPr>
          <p:cNvPr id="4" name="image"/>
          <p:cNvSpPr>
            <a:spLocks noGrp="1"/>
          </p:cNvSpPr>
          <p:nvPr>
            <p:ph type="pic" idx="12" hasCustomPrompt="1"/>
          </p:nvPr>
        </p:nvSpPr>
        <p:spPr>
          <a:xfrm>
            <a:off x="711200" y="2133600"/>
            <a:ext cx="13690600" cy="7645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5" name="logo"/>
          <p:cNvSpPr>
            <a:spLocks noGrp="1"/>
          </p:cNvSpPr>
          <p:nvPr>
            <p:ph type="pic" idx="13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6" name="date"/>
          <p:cNvSpPr>
            <a:spLocks noGrp="1"/>
          </p:cNvSpPr>
          <p:nvPr>
            <p:ph type="body" idx="14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Дата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8178800"/>
            <a:ext cx="9067800" cy="1066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2pPr>
            <a:lvl3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3pPr>
            <a:lvl4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4pPr>
            <a:lvl5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5pPr>
            <a:lvl6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6pPr>
            <a:lvl7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7pPr>
            <a:lvl8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8pPr>
            <a:lvl9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9pPr>
          </a:lstStyle>
          <a:p>
            <a:r>
              <a:rPr lang="ru-RU"/>
              <a:t>Заголовок раздела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1" hasCustomPrompt="1"/>
          </p:nvPr>
        </p:nvSpPr>
        <p:spPr>
          <a:xfrm>
            <a:off x="711200" y="9245600"/>
            <a:ext cx="90678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Подзаголовок</a:t>
            </a:r>
          </a:p>
        </p:txBody>
      </p:sp>
      <p:sp>
        <p:nvSpPr>
          <p:cNvPr id="4" name="footer_sources"/>
          <p:cNvSpPr>
            <a:spLocks noGrp="1"/>
          </p:cNvSpPr>
          <p:nvPr>
            <p:ph type="body" idx="12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5" name="footer_page"/>
          <p:cNvSpPr>
            <a:spLocks noGrp="1"/>
          </p:cNvSpPr>
          <p:nvPr>
            <p:ph type="body" idx="13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number_1"/>
          <p:cNvSpPr>
            <a:spLocks noGrp="1"/>
          </p:cNvSpPr>
          <p:nvPr>
            <p:ph type="body" idx="11" hasCustomPrompt="1"/>
          </p:nvPr>
        </p:nvSpPr>
        <p:spPr>
          <a:xfrm>
            <a:off x="7112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4" name="number_2"/>
          <p:cNvSpPr>
            <a:spLocks noGrp="1"/>
          </p:cNvSpPr>
          <p:nvPr>
            <p:ph type="body" idx="12" hasCustomPrompt="1"/>
          </p:nvPr>
        </p:nvSpPr>
        <p:spPr>
          <a:xfrm>
            <a:off x="41783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5" name="number_3"/>
          <p:cNvSpPr>
            <a:spLocks noGrp="1"/>
          </p:cNvSpPr>
          <p:nvPr>
            <p:ph type="body" idx="13" hasCustomPrompt="1"/>
          </p:nvPr>
        </p:nvSpPr>
        <p:spPr>
          <a:xfrm>
            <a:off x="76454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6" name="number_4"/>
          <p:cNvSpPr>
            <a:spLocks noGrp="1"/>
          </p:cNvSpPr>
          <p:nvPr>
            <p:ph type="body" idx="14" hasCustomPrompt="1"/>
          </p:nvPr>
        </p:nvSpPr>
        <p:spPr>
          <a:xfrm>
            <a:off x="711200" y="32004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7" name="number_5"/>
          <p:cNvSpPr>
            <a:spLocks noGrp="1"/>
          </p:cNvSpPr>
          <p:nvPr>
            <p:ph type="body" idx="15" hasCustomPrompt="1"/>
          </p:nvPr>
        </p:nvSpPr>
        <p:spPr>
          <a:xfrm>
            <a:off x="4178300" y="32004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8" name="contents"/>
          <p:cNvSpPr>
            <a:spLocks noGrp="1"/>
          </p:cNvSpPr>
          <p:nvPr>
            <p:ph type="tbl" idx="16" hasCustomPrompt="1"/>
          </p:nvPr>
        </p:nvSpPr>
        <p:spPr>
          <a:xfrm>
            <a:off x="11112500" y="2133600"/>
            <a:ext cx="3289300" cy="7645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9" name="footer_sources"/>
          <p:cNvSpPr>
            <a:spLocks noGrp="1"/>
          </p:cNvSpPr>
          <p:nvPr>
            <p:ph type="body" idx="17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0" name="footer_page"/>
          <p:cNvSpPr>
            <a:spLocks noGrp="1"/>
          </p:cNvSpPr>
          <p:nvPr>
            <p:ph type="body" idx="18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table_1"/>
          <p:cNvSpPr>
            <a:spLocks noGrp="1"/>
          </p:cNvSpPr>
          <p:nvPr>
            <p:ph type="tbl" idx="11" hasCustomPrompt="1"/>
          </p:nvPr>
        </p:nvSpPr>
        <p:spPr>
          <a:xfrm>
            <a:off x="711200" y="2133600"/>
            <a:ext cx="10223500" cy="7645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4" name="note"/>
          <p:cNvSpPr>
            <a:spLocks noGrp="1"/>
          </p:cNvSpPr>
          <p:nvPr>
            <p:ph type="body" idx="12" hasCustomPrompt="1"/>
          </p:nvPr>
        </p:nvSpPr>
        <p:spPr>
          <a:xfrm>
            <a:off x="11112500" y="2133600"/>
            <a:ext cx="3289300" cy="1066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footer_sources"/>
          <p:cNvSpPr>
            <a:spLocks noGrp="1"/>
          </p:cNvSpPr>
          <p:nvPr>
            <p:ph type="body" idx="13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6" name="footer_page"/>
          <p:cNvSpPr>
            <a:spLocks noGrp="1"/>
          </p:cNvSpPr>
          <p:nvPr>
            <p:ph type="body" idx="14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able_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table_1"/>
          <p:cNvSpPr>
            <a:spLocks noGrp="1"/>
          </p:cNvSpPr>
          <p:nvPr>
            <p:ph type="tbl" idx="11" hasCustomPrompt="1"/>
          </p:nvPr>
        </p:nvSpPr>
        <p:spPr>
          <a:xfrm>
            <a:off x="711200" y="2133600"/>
            <a:ext cx="13690600" cy="7645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4" name="footer_sources"/>
          <p:cNvSpPr>
            <a:spLocks noGrp="1"/>
          </p:cNvSpPr>
          <p:nvPr>
            <p:ph type="body" idx="12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5" name="footer_page"/>
          <p:cNvSpPr>
            <a:spLocks noGrp="1"/>
          </p:cNvSpPr>
          <p:nvPr>
            <p:ph type="body" idx="13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image_1"/>
          <p:cNvSpPr>
            <a:spLocks noGrp="1"/>
          </p:cNvSpPr>
          <p:nvPr>
            <p:ph type="pic" idx="11" hasCustomPrompt="1"/>
          </p:nvPr>
        </p:nvSpPr>
        <p:spPr>
          <a:xfrm>
            <a:off x="711200" y="2133600"/>
            <a:ext cx="6756400" cy="675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4" name="caption_1"/>
          <p:cNvSpPr>
            <a:spLocks noGrp="1"/>
          </p:cNvSpPr>
          <p:nvPr>
            <p:ph type="body" idx="12" hasCustomPrompt="1"/>
          </p:nvPr>
        </p:nvSpPr>
        <p:spPr>
          <a:xfrm>
            <a:off x="711200" y="9067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table_1"/>
          <p:cNvSpPr>
            <a:spLocks noGrp="1"/>
          </p:cNvSpPr>
          <p:nvPr>
            <p:ph type="tbl" idx="13" hasCustomPrompt="1"/>
          </p:nvPr>
        </p:nvSpPr>
        <p:spPr>
          <a:xfrm>
            <a:off x="7645400" y="2133600"/>
            <a:ext cx="6756400" cy="7645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6" name="footer_sources"/>
          <p:cNvSpPr>
            <a:spLocks noGrp="1"/>
          </p:cNvSpPr>
          <p:nvPr>
            <p:ph type="body" idx="14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7" name="footer_page"/>
          <p:cNvSpPr>
            <a:spLocks noGrp="1"/>
          </p:cNvSpPr>
          <p:nvPr>
            <p:ph type="body" idx="15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image_1"/>
          <p:cNvSpPr>
            <a:spLocks noGrp="1"/>
          </p:cNvSpPr>
          <p:nvPr>
            <p:ph type="pic" idx="11" hasCustomPrompt="1"/>
          </p:nvPr>
        </p:nvSpPr>
        <p:spPr>
          <a:xfrm>
            <a:off x="711200" y="2133600"/>
            <a:ext cx="13690600" cy="7645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4" name="footer_sources"/>
          <p:cNvSpPr>
            <a:spLocks noGrp="1"/>
          </p:cNvSpPr>
          <p:nvPr>
            <p:ph type="body" idx="12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5" name="footer_page"/>
          <p:cNvSpPr>
            <a:spLocks noGrp="1"/>
          </p:cNvSpPr>
          <p:nvPr>
            <p:ph type="body" idx="13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image_1"/>
          <p:cNvSpPr>
            <a:spLocks noGrp="1"/>
          </p:cNvSpPr>
          <p:nvPr>
            <p:ph type="pic" idx="11" hasCustomPrompt="1"/>
          </p:nvPr>
        </p:nvSpPr>
        <p:spPr>
          <a:xfrm>
            <a:off x="711200" y="2133600"/>
            <a:ext cx="6756400" cy="675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4" name="caption_1"/>
          <p:cNvSpPr>
            <a:spLocks noGrp="1"/>
          </p:cNvSpPr>
          <p:nvPr>
            <p:ph type="body" idx="12" hasCustomPrompt="1"/>
          </p:nvPr>
        </p:nvSpPr>
        <p:spPr>
          <a:xfrm>
            <a:off x="711200" y="9067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image_2"/>
          <p:cNvSpPr>
            <a:spLocks noGrp="1"/>
          </p:cNvSpPr>
          <p:nvPr>
            <p:ph type="pic" idx="13" hasCustomPrompt="1"/>
          </p:nvPr>
        </p:nvSpPr>
        <p:spPr>
          <a:xfrm>
            <a:off x="7645400" y="2133600"/>
            <a:ext cx="6756400" cy="675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6" name="caption_2"/>
          <p:cNvSpPr>
            <a:spLocks noGrp="1"/>
          </p:cNvSpPr>
          <p:nvPr>
            <p:ph type="body" idx="14" hasCustomPrompt="1"/>
          </p:nvPr>
        </p:nvSpPr>
        <p:spPr>
          <a:xfrm>
            <a:off x="7645400" y="9067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7" name="footer_sources"/>
          <p:cNvSpPr>
            <a:spLocks noGrp="1"/>
          </p:cNvSpPr>
          <p:nvPr>
            <p:ph type="body" idx="15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8" name="footer_page"/>
          <p:cNvSpPr>
            <a:spLocks noGrp="1"/>
          </p:cNvSpPr>
          <p:nvPr>
            <p:ph type="body" idx="16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image_1"/>
          <p:cNvSpPr>
            <a:spLocks noGrp="1"/>
          </p:cNvSpPr>
          <p:nvPr>
            <p:ph type="pic" idx="11" hasCustomPrompt="1"/>
          </p:nvPr>
        </p:nvSpPr>
        <p:spPr>
          <a:xfrm>
            <a:off x="711200" y="2133600"/>
            <a:ext cx="3289300" cy="444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4" name="caption_1"/>
          <p:cNvSpPr>
            <a:spLocks noGrp="1"/>
          </p:cNvSpPr>
          <p:nvPr>
            <p:ph type="body" idx="12" hasCustomPrompt="1"/>
          </p:nvPr>
        </p:nvSpPr>
        <p:spPr>
          <a:xfrm>
            <a:off x="711200" y="6756400"/>
            <a:ext cx="32893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image_2"/>
          <p:cNvSpPr>
            <a:spLocks noGrp="1"/>
          </p:cNvSpPr>
          <p:nvPr>
            <p:ph type="pic" idx="13" hasCustomPrompt="1"/>
          </p:nvPr>
        </p:nvSpPr>
        <p:spPr>
          <a:xfrm>
            <a:off x="4178300" y="2133600"/>
            <a:ext cx="3289300" cy="444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6" name="caption_2"/>
          <p:cNvSpPr>
            <a:spLocks noGrp="1"/>
          </p:cNvSpPr>
          <p:nvPr>
            <p:ph type="body" idx="14" hasCustomPrompt="1"/>
          </p:nvPr>
        </p:nvSpPr>
        <p:spPr>
          <a:xfrm>
            <a:off x="4178300" y="6756400"/>
            <a:ext cx="32893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7" name="image_3"/>
          <p:cNvSpPr>
            <a:spLocks noGrp="1"/>
          </p:cNvSpPr>
          <p:nvPr>
            <p:ph type="pic" idx="15" hasCustomPrompt="1"/>
          </p:nvPr>
        </p:nvSpPr>
        <p:spPr>
          <a:xfrm>
            <a:off x="7645400" y="2133600"/>
            <a:ext cx="3289300" cy="444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8" name="caption_3"/>
          <p:cNvSpPr>
            <a:spLocks noGrp="1"/>
          </p:cNvSpPr>
          <p:nvPr>
            <p:ph type="body" idx="16" hasCustomPrompt="1"/>
          </p:nvPr>
        </p:nvSpPr>
        <p:spPr>
          <a:xfrm>
            <a:off x="7645400" y="6756400"/>
            <a:ext cx="32893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image_4"/>
          <p:cNvSpPr>
            <a:spLocks noGrp="1"/>
          </p:cNvSpPr>
          <p:nvPr>
            <p:ph type="pic" idx="17" hasCustomPrompt="1"/>
          </p:nvPr>
        </p:nvSpPr>
        <p:spPr>
          <a:xfrm>
            <a:off x="11112500" y="2133600"/>
            <a:ext cx="3289300" cy="444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0" name="caption_4"/>
          <p:cNvSpPr>
            <a:spLocks noGrp="1"/>
          </p:cNvSpPr>
          <p:nvPr>
            <p:ph type="body" idx="18" hasCustomPrompt="1"/>
          </p:nvPr>
        </p:nvSpPr>
        <p:spPr>
          <a:xfrm>
            <a:off x="11112500" y="6756400"/>
            <a:ext cx="32893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1" name="footer_sources"/>
          <p:cNvSpPr>
            <a:spLocks noGrp="1"/>
          </p:cNvSpPr>
          <p:nvPr>
            <p:ph type="body" idx="19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2" name="footer_page"/>
          <p:cNvSpPr>
            <a:spLocks noGrp="1"/>
          </p:cNvSpPr>
          <p:nvPr>
            <p:ph type="body" idx="20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p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table_1"/>
          <p:cNvSpPr>
            <a:spLocks noGrp="1"/>
          </p:cNvSpPr>
          <p:nvPr>
            <p:ph type="tbl" idx="11" hasCustomPrompt="1"/>
          </p:nvPr>
        </p:nvSpPr>
        <p:spPr>
          <a:xfrm>
            <a:off x="711200" y="2133600"/>
            <a:ext cx="4445000" cy="3911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4" name="table_2"/>
          <p:cNvSpPr>
            <a:spLocks noGrp="1"/>
          </p:cNvSpPr>
          <p:nvPr>
            <p:ph type="tbl" idx="12" hasCustomPrompt="1"/>
          </p:nvPr>
        </p:nvSpPr>
        <p:spPr>
          <a:xfrm>
            <a:off x="711200" y="6223000"/>
            <a:ext cx="4445000" cy="2667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5" name="note"/>
          <p:cNvSpPr>
            <a:spLocks noGrp="1"/>
          </p:cNvSpPr>
          <p:nvPr>
            <p:ph type="body" idx="13" hasCustomPrompt="1"/>
          </p:nvPr>
        </p:nvSpPr>
        <p:spPr>
          <a:xfrm>
            <a:off x="711200" y="9067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6" name="image_1"/>
          <p:cNvSpPr>
            <a:spLocks noGrp="1"/>
          </p:cNvSpPr>
          <p:nvPr>
            <p:ph type="pic" idx="14" hasCustomPrompt="1"/>
          </p:nvPr>
        </p:nvSpPr>
        <p:spPr>
          <a:xfrm>
            <a:off x="5334000" y="2133600"/>
            <a:ext cx="9067800" cy="675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7" name="caption_1"/>
          <p:cNvSpPr>
            <a:spLocks noGrp="1"/>
          </p:cNvSpPr>
          <p:nvPr>
            <p:ph type="body" idx="15" hasCustomPrompt="1"/>
          </p:nvPr>
        </p:nvSpPr>
        <p:spPr>
          <a:xfrm>
            <a:off x="5334000" y="9067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8" name="footer_sources"/>
          <p:cNvSpPr>
            <a:spLocks noGrp="1"/>
          </p:cNvSpPr>
          <p:nvPr>
            <p:ph type="body" idx="16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9" name="footer_page"/>
          <p:cNvSpPr>
            <a:spLocks noGrp="1"/>
          </p:cNvSpPr>
          <p:nvPr>
            <p:ph type="body" idx="17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legend"/>
          <p:cNvSpPr>
            <a:spLocks noGrp="1"/>
          </p:cNvSpPr>
          <p:nvPr>
            <p:ph type="obj" idx="11" hasCustomPrompt="1"/>
          </p:nvPr>
        </p:nvSpPr>
        <p:spPr>
          <a:xfrm>
            <a:off x="711200" y="2133600"/>
            <a:ext cx="32893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Легенда</a:t>
            </a:r>
          </a:p>
        </p:txBody>
      </p:sp>
      <p:sp>
        <p:nvSpPr>
          <p:cNvPr id="4" name="image_1"/>
          <p:cNvSpPr>
            <a:spLocks noGrp="1"/>
          </p:cNvSpPr>
          <p:nvPr>
            <p:ph type="pic" idx="12" hasCustomPrompt="1"/>
          </p:nvPr>
        </p:nvSpPr>
        <p:spPr>
          <a:xfrm>
            <a:off x="4178300" y="2133600"/>
            <a:ext cx="32893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5" name="caption_1"/>
          <p:cNvSpPr>
            <a:spLocks noGrp="1"/>
          </p:cNvSpPr>
          <p:nvPr>
            <p:ph type="body" idx="13" hasCustomPrompt="1"/>
          </p:nvPr>
        </p:nvSpPr>
        <p:spPr>
          <a:xfrm>
            <a:off x="4178300" y="5511800"/>
            <a:ext cx="32893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6" name="image_2"/>
          <p:cNvSpPr>
            <a:spLocks noGrp="1"/>
          </p:cNvSpPr>
          <p:nvPr>
            <p:ph type="pic" idx="14" hasCustomPrompt="1"/>
          </p:nvPr>
        </p:nvSpPr>
        <p:spPr>
          <a:xfrm>
            <a:off x="7645400" y="2133600"/>
            <a:ext cx="32893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7" name="caption_2"/>
          <p:cNvSpPr>
            <a:spLocks noGrp="1"/>
          </p:cNvSpPr>
          <p:nvPr>
            <p:ph type="body" idx="15" hasCustomPrompt="1"/>
          </p:nvPr>
        </p:nvSpPr>
        <p:spPr>
          <a:xfrm>
            <a:off x="7645400" y="5511800"/>
            <a:ext cx="32893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8" name="image_3"/>
          <p:cNvSpPr>
            <a:spLocks noGrp="1"/>
          </p:cNvSpPr>
          <p:nvPr>
            <p:ph type="pic" idx="16" hasCustomPrompt="1"/>
          </p:nvPr>
        </p:nvSpPr>
        <p:spPr>
          <a:xfrm>
            <a:off x="11112500" y="2133600"/>
            <a:ext cx="32893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9" name="caption_3"/>
          <p:cNvSpPr>
            <a:spLocks noGrp="1"/>
          </p:cNvSpPr>
          <p:nvPr>
            <p:ph type="body" idx="17" hasCustomPrompt="1"/>
          </p:nvPr>
        </p:nvSpPr>
        <p:spPr>
          <a:xfrm>
            <a:off x="11112500" y="5511800"/>
            <a:ext cx="32893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0" name="table_1"/>
          <p:cNvSpPr>
            <a:spLocks noGrp="1"/>
          </p:cNvSpPr>
          <p:nvPr>
            <p:ph type="tbl" idx="18" hasCustomPrompt="1"/>
          </p:nvPr>
        </p:nvSpPr>
        <p:spPr>
          <a:xfrm>
            <a:off x="711200" y="6223000"/>
            <a:ext cx="13690600" cy="355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11" name="footer_sources"/>
          <p:cNvSpPr>
            <a:spLocks noGrp="1"/>
          </p:cNvSpPr>
          <p:nvPr>
            <p:ph type="body" idx="19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2" name="footer_page"/>
          <p:cNvSpPr>
            <a:spLocks noGrp="1"/>
          </p:cNvSpPr>
          <p:nvPr>
            <p:ph type="body" idx="20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text_1"/>
          <p:cNvSpPr>
            <a:spLocks noGrp="1"/>
          </p:cNvSpPr>
          <p:nvPr>
            <p:ph type="body" idx="11" hasCustomPrompt="1"/>
          </p:nvPr>
        </p:nvSpPr>
        <p:spPr>
          <a:xfrm>
            <a:off x="711200" y="2133600"/>
            <a:ext cx="44450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Абзац</a:t>
            </a:r>
          </a:p>
        </p:txBody>
      </p:sp>
      <p:sp>
        <p:nvSpPr>
          <p:cNvPr id="4" name="image_1"/>
          <p:cNvSpPr>
            <a:spLocks noGrp="1"/>
          </p:cNvSpPr>
          <p:nvPr>
            <p:ph type="pic" idx="12" hasCustomPrompt="1"/>
          </p:nvPr>
        </p:nvSpPr>
        <p:spPr>
          <a:xfrm>
            <a:off x="5334000" y="2133600"/>
            <a:ext cx="9067800" cy="675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5" name="caption_1"/>
          <p:cNvSpPr>
            <a:spLocks noGrp="1"/>
          </p:cNvSpPr>
          <p:nvPr>
            <p:ph type="body" idx="13" hasCustomPrompt="1"/>
          </p:nvPr>
        </p:nvSpPr>
        <p:spPr>
          <a:xfrm>
            <a:off x="5334000" y="9067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6" name="footer_sources"/>
          <p:cNvSpPr>
            <a:spLocks noGrp="1"/>
          </p:cNvSpPr>
          <p:nvPr>
            <p:ph type="body" idx="14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7" name="footer_page"/>
          <p:cNvSpPr>
            <a:spLocks noGrp="1"/>
          </p:cNvSpPr>
          <p:nvPr>
            <p:ph type="body" idx="15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_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number_1"/>
          <p:cNvSpPr>
            <a:spLocks noGrp="1"/>
          </p:cNvSpPr>
          <p:nvPr>
            <p:ph type="body" idx="11" hasCustomPrompt="1"/>
          </p:nvPr>
        </p:nvSpPr>
        <p:spPr>
          <a:xfrm>
            <a:off x="7112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4" name="number_2"/>
          <p:cNvSpPr>
            <a:spLocks noGrp="1"/>
          </p:cNvSpPr>
          <p:nvPr>
            <p:ph type="body" idx="12" hasCustomPrompt="1"/>
          </p:nvPr>
        </p:nvSpPr>
        <p:spPr>
          <a:xfrm>
            <a:off x="41783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5" name="number_3"/>
          <p:cNvSpPr>
            <a:spLocks noGrp="1"/>
          </p:cNvSpPr>
          <p:nvPr>
            <p:ph type="body" idx="13" hasCustomPrompt="1"/>
          </p:nvPr>
        </p:nvSpPr>
        <p:spPr>
          <a:xfrm>
            <a:off x="76454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6" name="number_4"/>
          <p:cNvSpPr>
            <a:spLocks noGrp="1"/>
          </p:cNvSpPr>
          <p:nvPr>
            <p:ph type="body" idx="14" hasCustomPrompt="1"/>
          </p:nvPr>
        </p:nvSpPr>
        <p:spPr>
          <a:xfrm>
            <a:off x="111125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7" name="image_1"/>
          <p:cNvSpPr>
            <a:spLocks noGrp="1"/>
          </p:cNvSpPr>
          <p:nvPr>
            <p:ph type="pic" idx="15" hasCustomPrompt="1"/>
          </p:nvPr>
        </p:nvSpPr>
        <p:spPr>
          <a:xfrm>
            <a:off x="711200" y="3200400"/>
            <a:ext cx="9067800" cy="5689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8" name="caption_1"/>
          <p:cNvSpPr>
            <a:spLocks noGrp="1"/>
          </p:cNvSpPr>
          <p:nvPr>
            <p:ph type="body" idx="16" hasCustomPrompt="1"/>
          </p:nvPr>
        </p:nvSpPr>
        <p:spPr>
          <a:xfrm>
            <a:off x="711200" y="9067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text_1"/>
          <p:cNvSpPr>
            <a:spLocks noGrp="1"/>
          </p:cNvSpPr>
          <p:nvPr>
            <p:ph type="body" idx="17" hasCustomPrompt="1"/>
          </p:nvPr>
        </p:nvSpPr>
        <p:spPr>
          <a:xfrm>
            <a:off x="9956800" y="3200400"/>
            <a:ext cx="44450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Абзац</a:t>
            </a:r>
          </a:p>
        </p:txBody>
      </p:sp>
      <p:sp>
        <p:nvSpPr>
          <p:cNvPr id="10" name="footer_sources"/>
          <p:cNvSpPr>
            <a:spLocks noGrp="1"/>
          </p:cNvSpPr>
          <p:nvPr>
            <p:ph type="body" idx="18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1" name="footer_page"/>
          <p:cNvSpPr>
            <a:spLocks noGrp="1"/>
          </p:cNvSpPr>
          <p:nvPr>
            <p:ph type="body" idx="19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_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photo_1"/>
          <p:cNvSpPr>
            <a:spLocks noGrp="1"/>
          </p:cNvSpPr>
          <p:nvPr>
            <p:ph type="pic" idx="11" hasCustomPrompt="1"/>
          </p:nvPr>
        </p:nvSpPr>
        <p:spPr>
          <a:xfrm>
            <a:off x="7112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4" name="photo_1_caption"/>
          <p:cNvSpPr>
            <a:spLocks noGrp="1"/>
          </p:cNvSpPr>
          <p:nvPr>
            <p:ph type="body" idx="12" hasCustomPrompt="1"/>
          </p:nvPr>
        </p:nvSpPr>
        <p:spPr>
          <a:xfrm>
            <a:off x="7112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photo_2"/>
          <p:cNvSpPr>
            <a:spLocks noGrp="1"/>
          </p:cNvSpPr>
          <p:nvPr>
            <p:ph type="pic" idx="13" hasCustomPrompt="1"/>
          </p:nvPr>
        </p:nvSpPr>
        <p:spPr>
          <a:xfrm>
            <a:off x="30226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6" name="photo_2_caption"/>
          <p:cNvSpPr>
            <a:spLocks noGrp="1"/>
          </p:cNvSpPr>
          <p:nvPr>
            <p:ph type="body" idx="14" hasCustomPrompt="1"/>
          </p:nvPr>
        </p:nvSpPr>
        <p:spPr>
          <a:xfrm>
            <a:off x="30226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7" name="counts"/>
          <p:cNvSpPr>
            <a:spLocks noGrp="1"/>
          </p:cNvSpPr>
          <p:nvPr>
            <p:ph type="tbl" idx="15" hasCustomPrompt="1"/>
          </p:nvPr>
        </p:nvSpPr>
        <p:spPr>
          <a:xfrm>
            <a:off x="711200" y="5156200"/>
            <a:ext cx="44450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8" name="method"/>
          <p:cNvSpPr>
            <a:spLocks noGrp="1"/>
          </p:cNvSpPr>
          <p:nvPr>
            <p:ph type="body" idx="16" hasCustomPrompt="1"/>
          </p:nvPr>
        </p:nvSpPr>
        <p:spPr>
          <a:xfrm>
            <a:off x="711200" y="9067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legend"/>
          <p:cNvSpPr>
            <a:spLocks noGrp="1"/>
          </p:cNvSpPr>
          <p:nvPr>
            <p:ph type="obj" idx="17" hasCustomPrompt="1"/>
          </p:nvPr>
        </p:nvSpPr>
        <p:spPr>
          <a:xfrm>
            <a:off x="711200" y="7467600"/>
            <a:ext cx="44450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Легенда</a:t>
            </a:r>
          </a:p>
        </p:txBody>
      </p:sp>
      <p:sp>
        <p:nvSpPr>
          <p:cNvPr id="10" name="image_1"/>
          <p:cNvSpPr>
            <a:spLocks noGrp="1"/>
          </p:cNvSpPr>
          <p:nvPr>
            <p:ph type="pic" idx="18" hasCustomPrompt="1"/>
          </p:nvPr>
        </p:nvSpPr>
        <p:spPr>
          <a:xfrm>
            <a:off x="5334000" y="2133600"/>
            <a:ext cx="9067800" cy="675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1" name="caption_1"/>
          <p:cNvSpPr>
            <a:spLocks noGrp="1"/>
          </p:cNvSpPr>
          <p:nvPr>
            <p:ph type="body" idx="19" hasCustomPrompt="1"/>
          </p:nvPr>
        </p:nvSpPr>
        <p:spPr>
          <a:xfrm>
            <a:off x="5334000" y="9067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2" name="footer_sources"/>
          <p:cNvSpPr>
            <a:spLocks noGrp="1"/>
          </p:cNvSpPr>
          <p:nvPr>
            <p:ph type="body" idx="20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3" name="footer_page"/>
          <p:cNvSpPr>
            <a:spLocks noGrp="1"/>
          </p:cNvSpPr>
          <p:nvPr>
            <p:ph type="body" idx="21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con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number_1"/>
          <p:cNvSpPr>
            <a:spLocks noGrp="1"/>
          </p:cNvSpPr>
          <p:nvPr>
            <p:ph type="body" idx="11" hasCustomPrompt="1"/>
          </p:nvPr>
        </p:nvSpPr>
        <p:spPr>
          <a:xfrm>
            <a:off x="7112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4" name="number_2"/>
          <p:cNvSpPr>
            <a:spLocks noGrp="1"/>
          </p:cNvSpPr>
          <p:nvPr>
            <p:ph type="body" idx="12" hasCustomPrompt="1"/>
          </p:nvPr>
        </p:nvSpPr>
        <p:spPr>
          <a:xfrm>
            <a:off x="41783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5" name="image_1"/>
          <p:cNvSpPr>
            <a:spLocks noGrp="1"/>
          </p:cNvSpPr>
          <p:nvPr>
            <p:ph type="pic" idx="13" hasCustomPrompt="1"/>
          </p:nvPr>
        </p:nvSpPr>
        <p:spPr>
          <a:xfrm>
            <a:off x="711200" y="3200400"/>
            <a:ext cx="9067800" cy="5689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6" name="caption_1"/>
          <p:cNvSpPr>
            <a:spLocks noGrp="1"/>
          </p:cNvSpPr>
          <p:nvPr>
            <p:ph type="body" idx="14" hasCustomPrompt="1"/>
          </p:nvPr>
        </p:nvSpPr>
        <p:spPr>
          <a:xfrm>
            <a:off x="711200" y="9067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7" name="consequence"/>
          <p:cNvSpPr>
            <a:spLocks noGrp="1"/>
          </p:cNvSpPr>
          <p:nvPr>
            <p:ph type="body" idx="15" hasCustomPrompt="1"/>
          </p:nvPr>
        </p:nvSpPr>
        <p:spPr>
          <a:xfrm>
            <a:off x="9956800" y="3200400"/>
            <a:ext cx="4445000" cy="1066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Что это меняет в проекте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8" name="note"/>
          <p:cNvSpPr>
            <a:spLocks noGrp="1"/>
          </p:cNvSpPr>
          <p:nvPr>
            <p:ph type="body" idx="16" hasCustomPrompt="1"/>
          </p:nvPr>
        </p:nvSpPr>
        <p:spPr>
          <a:xfrm>
            <a:off x="9956800" y="4445000"/>
            <a:ext cx="44450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footer_sources"/>
          <p:cNvSpPr>
            <a:spLocks noGrp="1"/>
          </p:cNvSpPr>
          <p:nvPr>
            <p:ph type="body" idx="17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0" name="footer_page"/>
          <p:cNvSpPr>
            <a:spLocks noGrp="1"/>
          </p:cNvSpPr>
          <p:nvPr>
            <p:ph type="body" idx="18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layer_1"/>
          <p:cNvSpPr>
            <a:spLocks noGrp="1"/>
          </p:cNvSpPr>
          <p:nvPr>
            <p:ph type="pic" idx="11" hasCustomPrompt="1"/>
          </p:nvPr>
        </p:nvSpPr>
        <p:spPr>
          <a:xfrm>
            <a:off x="7112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4" name="layer_1_caption"/>
          <p:cNvSpPr>
            <a:spLocks noGrp="1"/>
          </p:cNvSpPr>
          <p:nvPr>
            <p:ph type="body" idx="12" hasCustomPrompt="1"/>
          </p:nvPr>
        </p:nvSpPr>
        <p:spPr>
          <a:xfrm>
            <a:off x="7112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layer_2"/>
          <p:cNvSpPr>
            <a:spLocks noGrp="1"/>
          </p:cNvSpPr>
          <p:nvPr>
            <p:ph type="pic" idx="13" hasCustomPrompt="1"/>
          </p:nvPr>
        </p:nvSpPr>
        <p:spPr>
          <a:xfrm>
            <a:off x="30226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6" name="layer_2_caption"/>
          <p:cNvSpPr>
            <a:spLocks noGrp="1"/>
          </p:cNvSpPr>
          <p:nvPr>
            <p:ph type="body" idx="14" hasCustomPrompt="1"/>
          </p:nvPr>
        </p:nvSpPr>
        <p:spPr>
          <a:xfrm>
            <a:off x="30226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7" name="layer_3"/>
          <p:cNvSpPr>
            <a:spLocks noGrp="1"/>
          </p:cNvSpPr>
          <p:nvPr>
            <p:ph type="pic" idx="15" hasCustomPrompt="1"/>
          </p:nvPr>
        </p:nvSpPr>
        <p:spPr>
          <a:xfrm>
            <a:off x="53340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8" name="layer_3_caption"/>
          <p:cNvSpPr>
            <a:spLocks noGrp="1"/>
          </p:cNvSpPr>
          <p:nvPr>
            <p:ph type="body" idx="16" hasCustomPrompt="1"/>
          </p:nvPr>
        </p:nvSpPr>
        <p:spPr>
          <a:xfrm>
            <a:off x="53340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layer_4"/>
          <p:cNvSpPr>
            <a:spLocks noGrp="1"/>
          </p:cNvSpPr>
          <p:nvPr>
            <p:ph type="pic" idx="17" hasCustomPrompt="1"/>
          </p:nvPr>
        </p:nvSpPr>
        <p:spPr>
          <a:xfrm>
            <a:off x="711200" y="51562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0" name="layer_4_caption"/>
          <p:cNvSpPr>
            <a:spLocks noGrp="1"/>
          </p:cNvSpPr>
          <p:nvPr>
            <p:ph type="body" idx="18" hasCustomPrompt="1"/>
          </p:nvPr>
        </p:nvSpPr>
        <p:spPr>
          <a:xfrm>
            <a:off x="711200" y="74676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1" name="layer_5"/>
          <p:cNvSpPr>
            <a:spLocks noGrp="1"/>
          </p:cNvSpPr>
          <p:nvPr>
            <p:ph type="pic" idx="19" hasCustomPrompt="1"/>
          </p:nvPr>
        </p:nvSpPr>
        <p:spPr>
          <a:xfrm>
            <a:off x="3022600" y="51562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2" name="layer_5_caption"/>
          <p:cNvSpPr>
            <a:spLocks noGrp="1"/>
          </p:cNvSpPr>
          <p:nvPr>
            <p:ph type="body" idx="20" hasCustomPrompt="1"/>
          </p:nvPr>
        </p:nvSpPr>
        <p:spPr>
          <a:xfrm>
            <a:off x="3022600" y="74676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3" name="legend"/>
          <p:cNvSpPr>
            <a:spLocks noGrp="1"/>
          </p:cNvSpPr>
          <p:nvPr>
            <p:ph type="obj" idx="21" hasCustomPrompt="1"/>
          </p:nvPr>
        </p:nvSpPr>
        <p:spPr>
          <a:xfrm>
            <a:off x="5334000" y="5156200"/>
            <a:ext cx="2133600" cy="3733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Легенда</a:t>
            </a:r>
          </a:p>
        </p:txBody>
      </p:sp>
      <p:sp>
        <p:nvSpPr>
          <p:cNvPr id="14" name="combined"/>
          <p:cNvSpPr>
            <a:spLocks noGrp="1"/>
          </p:cNvSpPr>
          <p:nvPr>
            <p:ph type="pic" idx="22" hasCustomPrompt="1"/>
          </p:nvPr>
        </p:nvSpPr>
        <p:spPr>
          <a:xfrm>
            <a:off x="7645400" y="2133600"/>
            <a:ext cx="6756400" cy="675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5" name="combined_caption"/>
          <p:cNvSpPr>
            <a:spLocks noGrp="1"/>
          </p:cNvSpPr>
          <p:nvPr>
            <p:ph type="body" idx="23" hasCustomPrompt="1"/>
          </p:nvPr>
        </p:nvSpPr>
        <p:spPr>
          <a:xfrm>
            <a:off x="7645400" y="9067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6" name="consequence"/>
          <p:cNvSpPr>
            <a:spLocks noGrp="1"/>
          </p:cNvSpPr>
          <p:nvPr>
            <p:ph type="body" idx="24" hasCustomPrompt="1"/>
          </p:nvPr>
        </p:nvSpPr>
        <p:spPr>
          <a:xfrm>
            <a:off x="711200" y="8178800"/>
            <a:ext cx="4445000" cy="1600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Что это меняет в проекте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17" name="footer_sources"/>
          <p:cNvSpPr>
            <a:spLocks noGrp="1"/>
          </p:cNvSpPr>
          <p:nvPr>
            <p:ph type="body" idx="25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8" name="footer_page"/>
          <p:cNvSpPr>
            <a:spLocks noGrp="1"/>
          </p:cNvSpPr>
          <p:nvPr>
            <p:ph type="body" idx="26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step_1"/>
          <p:cNvSpPr>
            <a:spLocks noGrp="1"/>
          </p:cNvSpPr>
          <p:nvPr>
            <p:ph type="pic" idx="11" hasCustomPrompt="1"/>
          </p:nvPr>
        </p:nvSpPr>
        <p:spPr>
          <a:xfrm>
            <a:off x="711200" y="2133600"/>
            <a:ext cx="32893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4" name="step_1_caption"/>
          <p:cNvSpPr>
            <a:spLocks noGrp="1"/>
          </p:cNvSpPr>
          <p:nvPr>
            <p:ph type="body" idx="12" hasCustomPrompt="1"/>
          </p:nvPr>
        </p:nvSpPr>
        <p:spPr>
          <a:xfrm>
            <a:off x="711200" y="5511800"/>
            <a:ext cx="32893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step_2"/>
          <p:cNvSpPr>
            <a:spLocks noGrp="1"/>
          </p:cNvSpPr>
          <p:nvPr>
            <p:ph type="pic" idx="13" hasCustomPrompt="1"/>
          </p:nvPr>
        </p:nvSpPr>
        <p:spPr>
          <a:xfrm>
            <a:off x="4178300" y="2133600"/>
            <a:ext cx="32893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6" name="step_2_caption"/>
          <p:cNvSpPr>
            <a:spLocks noGrp="1"/>
          </p:cNvSpPr>
          <p:nvPr>
            <p:ph type="body" idx="14" hasCustomPrompt="1"/>
          </p:nvPr>
        </p:nvSpPr>
        <p:spPr>
          <a:xfrm>
            <a:off x="4178300" y="5511800"/>
            <a:ext cx="32893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7" name="step_3"/>
          <p:cNvSpPr>
            <a:spLocks noGrp="1"/>
          </p:cNvSpPr>
          <p:nvPr>
            <p:ph type="pic" idx="15" hasCustomPrompt="1"/>
          </p:nvPr>
        </p:nvSpPr>
        <p:spPr>
          <a:xfrm>
            <a:off x="7645400" y="2133600"/>
            <a:ext cx="32893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8" name="step_3_caption"/>
          <p:cNvSpPr>
            <a:spLocks noGrp="1"/>
          </p:cNvSpPr>
          <p:nvPr>
            <p:ph type="body" idx="16" hasCustomPrompt="1"/>
          </p:nvPr>
        </p:nvSpPr>
        <p:spPr>
          <a:xfrm>
            <a:off x="7645400" y="5511800"/>
            <a:ext cx="32893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step_4"/>
          <p:cNvSpPr>
            <a:spLocks noGrp="1"/>
          </p:cNvSpPr>
          <p:nvPr>
            <p:ph type="pic" idx="17" hasCustomPrompt="1"/>
          </p:nvPr>
        </p:nvSpPr>
        <p:spPr>
          <a:xfrm>
            <a:off x="11112500" y="2133600"/>
            <a:ext cx="32893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0" name="step_4_caption"/>
          <p:cNvSpPr>
            <a:spLocks noGrp="1"/>
          </p:cNvSpPr>
          <p:nvPr>
            <p:ph type="body" idx="18" hasCustomPrompt="1"/>
          </p:nvPr>
        </p:nvSpPr>
        <p:spPr>
          <a:xfrm>
            <a:off x="11112500" y="5511800"/>
            <a:ext cx="32893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1" name="text_1"/>
          <p:cNvSpPr>
            <a:spLocks noGrp="1"/>
          </p:cNvSpPr>
          <p:nvPr>
            <p:ph type="body" idx="19" hasCustomPrompt="1"/>
          </p:nvPr>
        </p:nvSpPr>
        <p:spPr>
          <a:xfrm>
            <a:off x="711200" y="6223000"/>
            <a:ext cx="6756400" cy="1066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Абзац</a:t>
            </a:r>
          </a:p>
        </p:txBody>
      </p:sp>
      <p:sp>
        <p:nvSpPr>
          <p:cNvPr id="12" name="footer_sources"/>
          <p:cNvSpPr>
            <a:spLocks noGrp="1"/>
          </p:cNvSpPr>
          <p:nvPr>
            <p:ph type="body" idx="20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3" name="footer_page"/>
          <p:cNvSpPr>
            <a:spLocks noGrp="1"/>
          </p:cNvSpPr>
          <p:nvPr>
            <p:ph type="body" idx="21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olution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step_1"/>
          <p:cNvSpPr>
            <a:spLocks noGrp="1"/>
          </p:cNvSpPr>
          <p:nvPr>
            <p:ph type="pic" idx="11" hasCustomPrompt="1"/>
          </p:nvPr>
        </p:nvSpPr>
        <p:spPr>
          <a:xfrm>
            <a:off x="7112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4" name="step_1_caption"/>
          <p:cNvSpPr>
            <a:spLocks noGrp="1"/>
          </p:cNvSpPr>
          <p:nvPr>
            <p:ph type="body" idx="12" hasCustomPrompt="1"/>
          </p:nvPr>
        </p:nvSpPr>
        <p:spPr>
          <a:xfrm>
            <a:off x="7112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step_2"/>
          <p:cNvSpPr>
            <a:spLocks noGrp="1"/>
          </p:cNvSpPr>
          <p:nvPr>
            <p:ph type="pic" idx="13" hasCustomPrompt="1"/>
          </p:nvPr>
        </p:nvSpPr>
        <p:spPr>
          <a:xfrm>
            <a:off x="30226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6" name="step_2_caption"/>
          <p:cNvSpPr>
            <a:spLocks noGrp="1"/>
          </p:cNvSpPr>
          <p:nvPr>
            <p:ph type="body" idx="14" hasCustomPrompt="1"/>
          </p:nvPr>
        </p:nvSpPr>
        <p:spPr>
          <a:xfrm>
            <a:off x="30226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7" name="step_3"/>
          <p:cNvSpPr>
            <a:spLocks noGrp="1"/>
          </p:cNvSpPr>
          <p:nvPr>
            <p:ph type="pic" idx="15" hasCustomPrompt="1"/>
          </p:nvPr>
        </p:nvSpPr>
        <p:spPr>
          <a:xfrm>
            <a:off x="53340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8" name="step_3_caption"/>
          <p:cNvSpPr>
            <a:spLocks noGrp="1"/>
          </p:cNvSpPr>
          <p:nvPr>
            <p:ph type="body" idx="16" hasCustomPrompt="1"/>
          </p:nvPr>
        </p:nvSpPr>
        <p:spPr>
          <a:xfrm>
            <a:off x="53340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step_4"/>
          <p:cNvSpPr>
            <a:spLocks noGrp="1"/>
          </p:cNvSpPr>
          <p:nvPr>
            <p:ph type="pic" idx="17" hasCustomPrompt="1"/>
          </p:nvPr>
        </p:nvSpPr>
        <p:spPr>
          <a:xfrm>
            <a:off x="76454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0" name="step_4_caption"/>
          <p:cNvSpPr>
            <a:spLocks noGrp="1"/>
          </p:cNvSpPr>
          <p:nvPr>
            <p:ph type="body" idx="18" hasCustomPrompt="1"/>
          </p:nvPr>
        </p:nvSpPr>
        <p:spPr>
          <a:xfrm>
            <a:off x="76454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1" name="step_5"/>
          <p:cNvSpPr>
            <a:spLocks noGrp="1"/>
          </p:cNvSpPr>
          <p:nvPr>
            <p:ph type="pic" idx="19" hasCustomPrompt="1"/>
          </p:nvPr>
        </p:nvSpPr>
        <p:spPr>
          <a:xfrm>
            <a:off x="99568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2" name="step_5_caption"/>
          <p:cNvSpPr>
            <a:spLocks noGrp="1"/>
          </p:cNvSpPr>
          <p:nvPr>
            <p:ph type="body" idx="20" hasCustomPrompt="1"/>
          </p:nvPr>
        </p:nvSpPr>
        <p:spPr>
          <a:xfrm>
            <a:off x="99568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3" name="step_6"/>
          <p:cNvSpPr>
            <a:spLocks noGrp="1"/>
          </p:cNvSpPr>
          <p:nvPr>
            <p:ph type="pic" idx="21" hasCustomPrompt="1"/>
          </p:nvPr>
        </p:nvSpPr>
        <p:spPr>
          <a:xfrm>
            <a:off x="122682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4" name="step_6_caption"/>
          <p:cNvSpPr>
            <a:spLocks noGrp="1"/>
          </p:cNvSpPr>
          <p:nvPr>
            <p:ph type="body" idx="22" hasCustomPrompt="1"/>
          </p:nvPr>
        </p:nvSpPr>
        <p:spPr>
          <a:xfrm>
            <a:off x="122682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5" name="text_1"/>
          <p:cNvSpPr>
            <a:spLocks noGrp="1"/>
          </p:cNvSpPr>
          <p:nvPr>
            <p:ph type="body" idx="23" hasCustomPrompt="1"/>
          </p:nvPr>
        </p:nvSpPr>
        <p:spPr>
          <a:xfrm>
            <a:off x="711200" y="5156200"/>
            <a:ext cx="6756400" cy="1066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Абзац</a:t>
            </a:r>
          </a:p>
        </p:txBody>
      </p:sp>
      <p:sp>
        <p:nvSpPr>
          <p:cNvPr id="16" name="footer_sources"/>
          <p:cNvSpPr>
            <a:spLocks noGrp="1"/>
          </p:cNvSpPr>
          <p:nvPr>
            <p:ph type="body" idx="24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7" name="footer_page"/>
          <p:cNvSpPr>
            <a:spLocks noGrp="1"/>
          </p:cNvSpPr>
          <p:nvPr>
            <p:ph type="body" idx="25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number_1"/>
          <p:cNvSpPr>
            <a:spLocks noGrp="1"/>
          </p:cNvSpPr>
          <p:nvPr>
            <p:ph type="body" idx="11" hasCustomPrompt="1"/>
          </p:nvPr>
        </p:nvSpPr>
        <p:spPr>
          <a:xfrm>
            <a:off x="7112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4" name="number_2"/>
          <p:cNvSpPr>
            <a:spLocks noGrp="1"/>
          </p:cNvSpPr>
          <p:nvPr>
            <p:ph type="body" idx="12" hasCustomPrompt="1"/>
          </p:nvPr>
        </p:nvSpPr>
        <p:spPr>
          <a:xfrm>
            <a:off x="41783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5" name="number_3"/>
          <p:cNvSpPr>
            <a:spLocks noGrp="1"/>
          </p:cNvSpPr>
          <p:nvPr>
            <p:ph type="body" idx="13" hasCustomPrompt="1"/>
          </p:nvPr>
        </p:nvSpPr>
        <p:spPr>
          <a:xfrm>
            <a:off x="76454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6" name="number_4"/>
          <p:cNvSpPr>
            <a:spLocks noGrp="1"/>
          </p:cNvSpPr>
          <p:nvPr>
            <p:ph type="body" idx="14" hasCustomPrompt="1"/>
          </p:nvPr>
        </p:nvSpPr>
        <p:spPr>
          <a:xfrm>
            <a:off x="111125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7" name="image_1"/>
          <p:cNvSpPr>
            <a:spLocks noGrp="1"/>
          </p:cNvSpPr>
          <p:nvPr>
            <p:ph type="pic" idx="15" hasCustomPrompt="1"/>
          </p:nvPr>
        </p:nvSpPr>
        <p:spPr>
          <a:xfrm>
            <a:off x="711200" y="3200400"/>
            <a:ext cx="9067800" cy="5689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8" name="caption_1"/>
          <p:cNvSpPr>
            <a:spLocks noGrp="1"/>
          </p:cNvSpPr>
          <p:nvPr>
            <p:ph type="body" idx="16" hasCustomPrompt="1"/>
          </p:nvPr>
        </p:nvSpPr>
        <p:spPr>
          <a:xfrm>
            <a:off x="711200" y="9067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note"/>
          <p:cNvSpPr>
            <a:spLocks noGrp="1"/>
          </p:cNvSpPr>
          <p:nvPr>
            <p:ph type="body" idx="17" hasCustomPrompt="1"/>
          </p:nvPr>
        </p:nvSpPr>
        <p:spPr>
          <a:xfrm>
            <a:off x="9956800" y="32004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0" name="footer_sources"/>
          <p:cNvSpPr>
            <a:spLocks noGrp="1"/>
          </p:cNvSpPr>
          <p:nvPr>
            <p:ph type="body" idx="18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1" name="footer_page"/>
          <p:cNvSpPr>
            <a:spLocks noGrp="1"/>
          </p:cNvSpPr>
          <p:nvPr>
            <p:ph type="body" idx="19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image_1"/>
          <p:cNvSpPr>
            <a:spLocks noGrp="1"/>
          </p:cNvSpPr>
          <p:nvPr>
            <p:ph type="pic" idx="11" hasCustomPrompt="1"/>
          </p:nvPr>
        </p:nvSpPr>
        <p:spPr>
          <a:xfrm>
            <a:off x="711200" y="2133600"/>
            <a:ext cx="4445000" cy="444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4" name="caption_1"/>
          <p:cNvSpPr>
            <a:spLocks noGrp="1"/>
          </p:cNvSpPr>
          <p:nvPr>
            <p:ph type="body" idx="12" hasCustomPrompt="1"/>
          </p:nvPr>
        </p:nvSpPr>
        <p:spPr>
          <a:xfrm>
            <a:off x="711200" y="67564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table_1"/>
          <p:cNvSpPr>
            <a:spLocks noGrp="1"/>
          </p:cNvSpPr>
          <p:nvPr>
            <p:ph type="tbl" idx="13" hasCustomPrompt="1"/>
          </p:nvPr>
        </p:nvSpPr>
        <p:spPr>
          <a:xfrm>
            <a:off x="5334000" y="2133600"/>
            <a:ext cx="9067800" cy="2489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6" name="table_2"/>
          <p:cNvSpPr>
            <a:spLocks noGrp="1"/>
          </p:cNvSpPr>
          <p:nvPr>
            <p:ph type="tbl" idx="14" hasCustomPrompt="1"/>
          </p:nvPr>
        </p:nvSpPr>
        <p:spPr>
          <a:xfrm>
            <a:off x="5334000" y="4800600"/>
            <a:ext cx="9067800" cy="4978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7" name="footer_sources"/>
          <p:cNvSpPr>
            <a:spLocks noGrp="1"/>
          </p:cNvSpPr>
          <p:nvPr>
            <p:ph type="body" idx="15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8" name="footer_page"/>
          <p:cNvSpPr>
            <a:spLocks noGrp="1"/>
          </p:cNvSpPr>
          <p:nvPr>
            <p:ph type="body" idx="16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wo_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image_1"/>
          <p:cNvSpPr>
            <a:spLocks noGrp="1"/>
          </p:cNvSpPr>
          <p:nvPr>
            <p:ph type="pic" idx="11" hasCustomPrompt="1"/>
          </p:nvPr>
        </p:nvSpPr>
        <p:spPr>
          <a:xfrm>
            <a:off x="711200" y="2133600"/>
            <a:ext cx="4445000" cy="444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4" name="caption_1"/>
          <p:cNvSpPr>
            <a:spLocks noGrp="1"/>
          </p:cNvSpPr>
          <p:nvPr>
            <p:ph type="body" idx="12" hasCustomPrompt="1"/>
          </p:nvPr>
        </p:nvSpPr>
        <p:spPr>
          <a:xfrm>
            <a:off x="711200" y="67564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table_1"/>
          <p:cNvSpPr>
            <a:spLocks noGrp="1"/>
          </p:cNvSpPr>
          <p:nvPr>
            <p:ph type="tbl" idx="13" hasCustomPrompt="1"/>
          </p:nvPr>
        </p:nvSpPr>
        <p:spPr>
          <a:xfrm>
            <a:off x="5334000" y="2133600"/>
            <a:ext cx="9067800" cy="2489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6" name="table_2"/>
          <p:cNvSpPr>
            <a:spLocks noGrp="1"/>
          </p:cNvSpPr>
          <p:nvPr>
            <p:ph type="tbl" idx="14" hasCustomPrompt="1"/>
          </p:nvPr>
        </p:nvSpPr>
        <p:spPr>
          <a:xfrm>
            <a:off x="5334000" y="4800600"/>
            <a:ext cx="9067800" cy="4978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7" name="footer_sources"/>
          <p:cNvSpPr>
            <a:spLocks noGrp="1"/>
          </p:cNvSpPr>
          <p:nvPr>
            <p:ph type="body" idx="15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8" name="footer_page"/>
          <p:cNvSpPr>
            <a:spLocks noGrp="1"/>
          </p:cNvSpPr>
          <p:nvPr>
            <p:ph type="body" idx="16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table_1"/>
          <p:cNvSpPr>
            <a:spLocks noGrp="1"/>
          </p:cNvSpPr>
          <p:nvPr>
            <p:ph type="tbl" idx="11" hasCustomPrompt="1"/>
          </p:nvPr>
        </p:nvSpPr>
        <p:spPr>
          <a:xfrm>
            <a:off x="711200" y="2133600"/>
            <a:ext cx="9067800" cy="7645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4" name="table_2"/>
          <p:cNvSpPr>
            <a:spLocks noGrp="1"/>
          </p:cNvSpPr>
          <p:nvPr>
            <p:ph type="tbl" idx="12" hasCustomPrompt="1"/>
          </p:nvPr>
        </p:nvSpPr>
        <p:spPr>
          <a:xfrm>
            <a:off x="9956800" y="2133600"/>
            <a:ext cx="4445000" cy="7645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5" name="footer_sources"/>
          <p:cNvSpPr>
            <a:spLocks noGrp="1"/>
          </p:cNvSpPr>
          <p:nvPr>
            <p:ph type="body" idx="13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6" name="footer_page"/>
          <p:cNvSpPr>
            <a:spLocks noGrp="1"/>
          </p:cNvSpPr>
          <p:nvPr>
            <p:ph type="body" idx="14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_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image_1"/>
          <p:cNvSpPr>
            <a:spLocks noGrp="1"/>
          </p:cNvSpPr>
          <p:nvPr>
            <p:ph type="pic" idx="11" hasCustomPrompt="1"/>
          </p:nvPr>
        </p:nvSpPr>
        <p:spPr>
          <a:xfrm>
            <a:off x="7112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4" name="caption_1"/>
          <p:cNvSpPr>
            <a:spLocks noGrp="1"/>
          </p:cNvSpPr>
          <p:nvPr>
            <p:ph type="body" idx="12" hasCustomPrompt="1"/>
          </p:nvPr>
        </p:nvSpPr>
        <p:spPr>
          <a:xfrm>
            <a:off x="7112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text_1"/>
          <p:cNvSpPr>
            <a:spLocks noGrp="1"/>
          </p:cNvSpPr>
          <p:nvPr>
            <p:ph type="body" idx="13" hasCustomPrompt="1"/>
          </p:nvPr>
        </p:nvSpPr>
        <p:spPr>
          <a:xfrm>
            <a:off x="711200" y="5156200"/>
            <a:ext cx="21336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6" name="image_2"/>
          <p:cNvSpPr>
            <a:spLocks noGrp="1"/>
          </p:cNvSpPr>
          <p:nvPr>
            <p:ph type="pic" idx="14" hasCustomPrompt="1"/>
          </p:nvPr>
        </p:nvSpPr>
        <p:spPr>
          <a:xfrm>
            <a:off x="30226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7" name="caption_2"/>
          <p:cNvSpPr>
            <a:spLocks noGrp="1"/>
          </p:cNvSpPr>
          <p:nvPr>
            <p:ph type="body" idx="15" hasCustomPrompt="1"/>
          </p:nvPr>
        </p:nvSpPr>
        <p:spPr>
          <a:xfrm>
            <a:off x="30226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8" name="text_2"/>
          <p:cNvSpPr>
            <a:spLocks noGrp="1"/>
          </p:cNvSpPr>
          <p:nvPr>
            <p:ph type="body" idx="16" hasCustomPrompt="1"/>
          </p:nvPr>
        </p:nvSpPr>
        <p:spPr>
          <a:xfrm>
            <a:off x="3022600" y="5156200"/>
            <a:ext cx="21336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image_3"/>
          <p:cNvSpPr>
            <a:spLocks noGrp="1"/>
          </p:cNvSpPr>
          <p:nvPr>
            <p:ph type="pic" idx="17" hasCustomPrompt="1"/>
          </p:nvPr>
        </p:nvSpPr>
        <p:spPr>
          <a:xfrm>
            <a:off x="53340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0" name="caption_3"/>
          <p:cNvSpPr>
            <a:spLocks noGrp="1"/>
          </p:cNvSpPr>
          <p:nvPr>
            <p:ph type="body" idx="18" hasCustomPrompt="1"/>
          </p:nvPr>
        </p:nvSpPr>
        <p:spPr>
          <a:xfrm>
            <a:off x="53340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1" name="text_3"/>
          <p:cNvSpPr>
            <a:spLocks noGrp="1"/>
          </p:cNvSpPr>
          <p:nvPr>
            <p:ph type="body" idx="19" hasCustomPrompt="1"/>
          </p:nvPr>
        </p:nvSpPr>
        <p:spPr>
          <a:xfrm>
            <a:off x="5334000" y="5156200"/>
            <a:ext cx="21336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2" name="image_4"/>
          <p:cNvSpPr>
            <a:spLocks noGrp="1"/>
          </p:cNvSpPr>
          <p:nvPr>
            <p:ph type="pic" idx="20" hasCustomPrompt="1"/>
          </p:nvPr>
        </p:nvSpPr>
        <p:spPr>
          <a:xfrm>
            <a:off x="76454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3" name="caption_4"/>
          <p:cNvSpPr>
            <a:spLocks noGrp="1"/>
          </p:cNvSpPr>
          <p:nvPr>
            <p:ph type="body" idx="21" hasCustomPrompt="1"/>
          </p:nvPr>
        </p:nvSpPr>
        <p:spPr>
          <a:xfrm>
            <a:off x="76454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4" name="text_4"/>
          <p:cNvSpPr>
            <a:spLocks noGrp="1"/>
          </p:cNvSpPr>
          <p:nvPr>
            <p:ph type="body" idx="22" hasCustomPrompt="1"/>
          </p:nvPr>
        </p:nvSpPr>
        <p:spPr>
          <a:xfrm>
            <a:off x="7645400" y="5156200"/>
            <a:ext cx="21336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5" name="image_5"/>
          <p:cNvSpPr>
            <a:spLocks noGrp="1"/>
          </p:cNvSpPr>
          <p:nvPr>
            <p:ph type="pic" idx="23" hasCustomPrompt="1"/>
          </p:nvPr>
        </p:nvSpPr>
        <p:spPr>
          <a:xfrm>
            <a:off x="99568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6" name="caption_5"/>
          <p:cNvSpPr>
            <a:spLocks noGrp="1"/>
          </p:cNvSpPr>
          <p:nvPr>
            <p:ph type="body" idx="24" hasCustomPrompt="1"/>
          </p:nvPr>
        </p:nvSpPr>
        <p:spPr>
          <a:xfrm>
            <a:off x="99568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7" name="text_5"/>
          <p:cNvSpPr>
            <a:spLocks noGrp="1"/>
          </p:cNvSpPr>
          <p:nvPr>
            <p:ph type="body" idx="25" hasCustomPrompt="1"/>
          </p:nvPr>
        </p:nvSpPr>
        <p:spPr>
          <a:xfrm>
            <a:off x="9956800" y="5156200"/>
            <a:ext cx="21336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8" name="image_6"/>
          <p:cNvSpPr>
            <a:spLocks noGrp="1"/>
          </p:cNvSpPr>
          <p:nvPr>
            <p:ph type="pic" idx="26" hasCustomPrompt="1"/>
          </p:nvPr>
        </p:nvSpPr>
        <p:spPr>
          <a:xfrm>
            <a:off x="12268200" y="21336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9" name="caption_6"/>
          <p:cNvSpPr>
            <a:spLocks noGrp="1"/>
          </p:cNvSpPr>
          <p:nvPr>
            <p:ph type="body" idx="27" hasCustomPrompt="1"/>
          </p:nvPr>
        </p:nvSpPr>
        <p:spPr>
          <a:xfrm>
            <a:off x="12268200" y="44450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20" name="text_6"/>
          <p:cNvSpPr>
            <a:spLocks noGrp="1"/>
          </p:cNvSpPr>
          <p:nvPr>
            <p:ph type="body" idx="28" hasCustomPrompt="1"/>
          </p:nvPr>
        </p:nvSpPr>
        <p:spPr>
          <a:xfrm>
            <a:off x="12268200" y="5156200"/>
            <a:ext cx="21336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21" name="footer_sources"/>
          <p:cNvSpPr>
            <a:spLocks noGrp="1"/>
          </p:cNvSpPr>
          <p:nvPr>
            <p:ph type="body" idx="29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22" name="footer_page"/>
          <p:cNvSpPr>
            <a:spLocks noGrp="1"/>
          </p:cNvSpPr>
          <p:nvPr>
            <p:ph type="body" idx="30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_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number_1"/>
          <p:cNvSpPr>
            <a:spLocks noGrp="1"/>
          </p:cNvSpPr>
          <p:nvPr>
            <p:ph type="body" idx="11" hasCustomPrompt="1"/>
          </p:nvPr>
        </p:nvSpPr>
        <p:spPr>
          <a:xfrm>
            <a:off x="7112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4" name="number_2"/>
          <p:cNvSpPr>
            <a:spLocks noGrp="1"/>
          </p:cNvSpPr>
          <p:nvPr>
            <p:ph type="body" idx="12" hasCustomPrompt="1"/>
          </p:nvPr>
        </p:nvSpPr>
        <p:spPr>
          <a:xfrm>
            <a:off x="41783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5" name="number_3"/>
          <p:cNvSpPr>
            <a:spLocks noGrp="1"/>
          </p:cNvSpPr>
          <p:nvPr>
            <p:ph type="body" idx="13" hasCustomPrompt="1"/>
          </p:nvPr>
        </p:nvSpPr>
        <p:spPr>
          <a:xfrm>
            <a:off x="76454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6" name="number_4"/>
          <p:cNvSpPr>
            <a:spLocks noGrp="1"/>
          </p:cNvSpPr>
          <p:nvPr>
            <p:ph type="body" idx="14" hasCustomPrompt="1"/>
          </p:nvPr>
        </p:nvSpPr>
        <p:spPr>
          <a:xfrm>
            <a:off x="111125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7" name="image_1"/>
          <p:cNvSpPr>
            <a:spLocks noGrp="1"/>
          </p:cNvSpPr>
          <p:nvPr>
            <p:ph type="pic" idx="15" hasCustomPrompt="1"/>
          </p:nvPr>
        </p:nvSpPr>
        <p:spPr>
          <a:xfrm>
            <a:off x="711200" y="32004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8" name="caption_1"/>
          <p:cNvSpPr>
            <a:spLocks noGrp="1"/>
          </p:cNvSpPr>
          <p:nvPr>
            <p:ph type="body" idx="16" hasCustomPrompt="1"/>
          </p:nvPr>
        </p:nvSpPr>
        <p:spPr>
          <a:xfrm>
            <a:off x="711200" y="55118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text_1"/>
          <p:cNvSpPr>
            <a:spLocks noGrp="1"/>
          </p:cNvSpPr>
          <p:nvPr>
            <p:ph type="body" idx="17" hasCustomPrompt="1"/>
          </p:nvPr>
        </p:nvSpPr>
        <p:spPr>
          <a:xfrm>
            <a:off x="711200" y="6223000"/>
            <a:ext cx="21336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0" name="image_2"/>
          <p:cNvSpPr>
            <a:spLocks noGrp="1"/>
          </p:cNvSpPr>
          <p:nvPr>
            <p:ph type="pic" idx="18" hasCustomPrompt="1"/>
          </p:nvPr>
        </p:nvSpPr>
        <p:spPr>
          <a:xfrm>
            <a:off x="3022600" y="32004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1" name="caption_2"/>
          <p:cNvSpPr>
            <a:spLocks noGrp="1"/>
          </p:cNvSpPr>
          <p:nvPr>
            <p:ph type="body" idx="19" hasCustomPrompt="1"/>
          </p:nvPr>
        </p:nvSpPr>
        <p:spPr>
          <a:xfrm>
            <a:off x="3022600" y="55118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2" name="text_2"/>
          <p:cNvSpPr>
            <a:spLocks noGrp="1"/>
          </p:cNvSpPr>
          <p:nvPr>
            <p:ph type="body" idx="20" hasCustomPrompt="1"/>
          </p:nvPr>
        </p:nvSpPr>
        <p:spPr>
          <a:xfrm>
            <a:off x="3022600" y="6223000"/>
            <a:ext cx="21336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3" name="image_3"/>
          <p:cNvSpPr>
            <a:spLocks noGrp="1"/>
          </p:cNvSpPr>
          <p:nvPr>
            <p:ph type="pic" idx="21" hasCustomPrompt="1"/>
          </p:nvPr>
        </p:nvSpPr>
        <p:spPr>
          <a:xfrm>
            <a:off x="5334000" y="32004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4" name="caption_3"/>
          <p:cNvSpPr>
            <a:spLocks noGrp="1"/>
          </p:cNvSpPr>
          <p:nvPr>
            <p:ph type="body" idx="22" hasCustomPrompt="1"/>
          </p:nvPr>
        </p:nvSpPr>
        <p:spPr>
          <a:xfrm>
            <a:off x="5334000" y="55118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5" name="text_3"/>
          <p:cNvSpPr>
            <a:spLocks noGrp="1"/>
          </p:cNvSpPr>
          <p:nvPr>
            <p:ph type="body" idx="23" hasCustomPrompt="1"/>
          </p:nvPr>
        </p:nvSpPr>
        <p:spPr>
          <a:xfrm>
            <a:off x="5334000" y="6223000"/>
            <a:ext cx="21336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6" name="image_4"/>
          <p:cNvSpPr>
            <a:spLocks noGrp="1"/>
          </p:cNvSpPr>
          <p:nvPr>
            <p:ph type="pic" idx="24" hasCustomPrompt="1"/>
          </p:nvPr>
        </p:nvSpPr>
        <p:spPr>
          <a:xfrm>
            <a:off x="7645400" y="32004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7" name="caption_4"/>
          <p:cNvSpPr>
            <a:spLocks noGrp="1"/>
          </p:cNvSpPr>
          <p:nvPr>
            <p:ph type="body" idx="25" hasCustomPrompt="1"/>
          </p:nvPr>
        </p:nvSpPr>
        <p:spPr>
          <a:xfrm>
            <a:off x="7645400" y="55118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8" name="text_4"/>
          <p:cNvSpPr>
            <a:spLocks noGrp="1"/>
          </p:cNvSpPr>
          <p:nvPr>
            <p:ph type="body" idx="26" hasCustomPrompt="1"/>
          </p:nvPr>
        </p:nvSpPr>
        <p:spPr>
          <a:xfrm>
            <a:off x="7645400" y="6223000"/>
            <a:ext cx="21336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9" name="image_5"/>
          <p:cNvSpPr>
            <a:spLocks noGrp="1"/>
          </p:cNvSpPr>
          <p:nvPr>
            <p:ph type="pic" idx="27" hasCustomPrompt="1"/>
          </p:nvPr>
        </p:nvSpPr>
        <p:spPr>
          <a:xfrm>
            <a:off x="9956800" y="32004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20" name="caption_5"/>
          <p:cNvSpPr>
            <a:spLocks noGrp="1"/>
          </p:cNvSpPr>
          <p:nvPr>
            <p:ph type="body" idx="28" hasCustomPrompt="1"/>
          </p:nvPr>
        </p:nvSpPr>
        <p:spPr>
          <a:xfrm>
            <a:off x="9956800" y="55118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21" name="text_5"/>
          <p:cNvSpPr>
            <a:spLocks noGrp="1"/>
          </p:cNvSpPr>
          <p:nvPr>
            <p:ph type="body" idx="29" hasCustomPrompt="1"/>
          </p:nvPr>
        </p:nvSpPr>
        <p:spPr>
          <a:xfrm>
            <a:off x="9956800" y="6223000"/>
            <a:ext cx="21336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22" name="image_6"/>
          <p:cNvSpPr>
            <a:spLocks noGrp="1"/>
          </p:cNvSpPr>
          <p:nvPr>
            <p:ph type="pic" idx="30" hasCustomPrompt="1"/>
          </p:nvPr>
        </p:nvSpPr>
        <p:spPr>
          <a:xfrm>
            <a:off x="12268200" y="3200400"/>
            <a:ext cx="2133600" cy="21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23" name="caption_6"/>
          <p:cNvSpPr>
            <a:spLocks noGrp="1"/>
          </p:cNvSpPr>
          <p:nvPr>
            <p:ph type="body" idx="31" hasCustomPrompt="1"/>
          </p:nvPr>
        </p:nvSpPr>
        <p:spPr>
          <a:xfrm>
            <a:off x="12268200" y="551180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24" name="text_6"/>
          <p:cNvSpPr>
            <a:spLocks noGrp="1"/>
          </p:cNvSpPr>
          <p:nvPr>
            <p:ph type="body" idx="32" hasCustomPrompt="1"/>
          </p:nvPr>
        </p:nvSpPr>
        <p:spPr>
          <a:xfrm>
            <a:off x="12268200" y="6223000"/>
            <a:ext cx="21336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25" name="footer_sources"/>
          <p:cNvSpPr>
            <a:spLocks noGrp="1"/>
          </p:cNvSpPr>
          <p:nvPr>
            <p:ph type="body" idx="33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26" name="footer_page"/>
          <p:cNvSpPr>
            <a:spLocks noGrp="1"/>
          </p:cNvSpPr>
          <p:nvPr>
            <p:ph type="body" idx="34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principle_1"/>
          <p:cNvSpPr>
            <a:spLocks noGrp="1"/>
          </p:cNvSpPr>
          <p:nvPr>
            <p:ph type="body" idx="11" hasCustomPrompt="1"/>
          </p:nvPr>
        </p:nvSpPr>
        <p:spPr>
          <a:xfrm>
            <a:off x="7112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Подзаголовок</a:t>
            </a:r>
          </a:p>
        </p:txBody>
      </p:sp>
      <p:sp>
        <p:nvSpPr>
          <p:cNvPr id="4" name="image_1"/>
          <p:cNvSpPr>
            <a:spLocks noGrp="1"/>
          </p:cNvSpPr>
          <p:nvPr>
            <p:ph type="pic" idx="12" hasCustomPrompt="1"/>
          </p:nvPr>
        </p:nvSpPr>
        <p:spPr>
          <a:xfrm>
            <a:off x="711200" y="3200400"/>
            <a:ext cx="32893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5" name="caption_1"/>
          <p:cNvSpPr>
            <a:spLocks noGrp="1"/>
          </p:cNvSpPr>
          <p:nvPr>
            <p:ph type="body" idx="13" hasCustomPrompt="1"/>
          </p:nvPr>
        </p:nvSpPr>
        <p:spPr>
          <a:xfrm>
            <a:off x="711200" y="6578600"/>
            <a:ext cx="32893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6" name="principle_2"/>
          <p:cNvSpPr>
            <a:spLocks noGrp="1"/>
          </p:cNvSpPr>
          <p:nvPr>
            <p:ph type="body" idx="14" hasCustomPrompt="1"/>
          </p:nvPr>
        </p:nvSpPr>
        <p:spPr>
          <a:xfrm>
            <a:off x="41783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Подзаголовок</a:t>
            </a:r>
          </a:p>
        </p:txBody>
      </p:sp>
      <p:sp>
        <p:nvSpPr>
          <p:cNvPr id="7" name="image_2"/>
          <p:cNvSpPr>
            <a:spLocks noGrp="1"/>
          </p:cNvSpPr>
          <p:nvPr>
            <p:ph type="pic" idx="15" hasCustomPrompt="1"/>
          </p:nvPr>
        </p:nvSpPr>
        <p:spPr>
          <a:xfrm>
            <a:off x="4178300" y="3200400"/>
            <a:ext cx="32893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8" name="caption_2"/>
          <p:cNvSpPr>
            <a:spLocks noGrp="1"/>
          </p:cNvSpPr>
          <p:nvPr>
            <p:ph type="body" idx="16" hasCustomPrompt="1"/>
          </p:nvPr>
        </p:nvSpPr>
        <p:spPr>
          <a:xfrm>
            <a:off x="4178300" y="6578600"/>
            <a:ext cx="32893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principle_3"/>
          <p:cNvSpPr>
            <a:spLocks noGrp="1"/>
          </p:cNvSpPr>
          <p:nvPr>
            <p:ph type="body" idx="17" hasCustomPrompt="1"/>
          </p:nvPr>
        </p:nvSpPr>
        <p:spPr>
          <a:xfrm>
            <a:off x="76454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Подзаголовок</a:t>
            </a:r>
          </a:p>
        </p:txBody>
      </p:sp>
      <p:sp>
        <p:nvSpPr>
          <p:cNvPr id="10" name="image_3"/>
          <p:cNvSpPr>
            <a:spLocks noGrp="1"/>
          </p:cNvSpPr>
          <p:nvPr>
            <p:ph type="pic" idx="18" hasCustomPrompt="1"/>
          </p:nvPr>
        </p:nvSpPr>
        <p:spPr>
          <a:xfrm>
            <a:off x="7645400" y="3200400"/>
            <a:ext cx="32893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1" name="caption_3"/>
          <p:cNvSpPr>
            <a:spLocks noGrp="1"/>
          </p:cNvSpPr>
          <p:nvPr>
            <p:ph type="body" idx="19" hasCustomPrompt="1"/>
          </p:nvPr>
        </p:nvSpPr>
        <p:spPr>
          <a:xfrm>
            <a:off x="7645400" y="6578600"/>
            <a:ext cx="32893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2" name="principle_4"/>
          <p:cNvSpPr>
            <a:spLocks noGrp="1"/>
          </p:cNvSpPr>
          <p:nvPr>
            <p:ph type="body" idx="20" hasCustomPrompt="1"/>
          </p:nvPr>
        </p:nvSpPr>
        <p:spPr>
          <a:xfrm>
            <a:off x="111125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Подзаголовок</a:t>
            </a:r>
          </a:p>
        </p:txBody>
      </p:sp>
      <p:sp>
        <p:nvSpPr>
          <p:cNvPr id="13" name="image_4"/>
          <p:cNvSpPr>
            <a:spLocks noGrp="1"/>
          </p:cNvSpPr>
          <p:nvPr>
            <p:ph type="pic" idx="21" hasCustomPrompt="1"/>
          </p:nvPr>
        </p:nvSpPr>
        <p:spPr>
          <a:xfrm>
            <a:off x="11112500" y="3200400"/>
            <a:ext cx="32893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14" name="caption_4"/>
          <p:cNvSpPr>
            <a:spLocks noGrp="1"/>
          </p:cNvSpPr>
          <p:nvPr>
            <p:ph type="body" idx="22" hasCustomPrompt="1"/>
          </p:nvPr>
        </p:nvSpPr>
        <p:spPr>
          <a:xfrm>
            <a:off x="11112500" y="6578600"/>
            <a:ext cx="32893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5" name="footer_sources"/>
          <p:cNvSpPr>
            <a:spLocks noGrp="1"/>
          </p:cNvSpPr>
          <p:nvPr>
            <p:ph type="body" idx="23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6" name="footer_page"/>
          <p:cNvSpPr>
            <a:spLocks noGrp="1"/>
          </p:cNvSpPr>
          <p:nvPr>
            <p:ph type="body" idx="24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chart_1_heading"/>
          <p:cNvSpPr>
            <a:spLocks noGrp="1"/>
          </p:cNvSpPr>
          <p:nvPr>
            <p:ph type="body" idx="11" hasCustomPrompt="1"/>
          </p:nvPr>
        </p:nvSpPr>
        <p:spPr>
          <a:xfrm>
            <a:off x="711200" y="2133600"/>
            <a:ext cx="9067800" cy="177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9pPr>
          </a:lstStyle>
          <a:p>
            <a:r>
              <a:rPr lang="ru-RU"/>
              <a:t>Заголовок диаграммы</a:t>
            </a:r>
          </a:p>
        </p:txBody>
      </p:sp>
      <p:sp>
        <p:nvSpPr>
          <p:cNvPr id="4" name="chart_1"/>
          <p:cNvSpPr>
            <a:spLocks noGrp="1"/>
          </p:cNvSpPr>
          <p:nvPr>
            <p:ph type="chart" idx="12" hasCustomPrompt="1"/>
          </p:nvPr>
        </p:nvSpPr>
        <p:spPr>
          <a:xfrm>
            <a:off x="711200" y="2311400"/>
            <a:ext cx="9067800" cy="7467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Диаграмма</a:t>
            </a:r>
          </a:p>
        </p:txBody>
      </p:sp>
      <p:sp>
        <p:nvSpPr>
          <p:cNvPr id="5" name="note"/>
          <p:cNvSpPr>
            <a:spLocks noGrp="1"/>
          </p:cNvSpPr>
          <p:nvPr>
            <p:ph type="body" idx="13" hasCustomPrompt="1"/>
          </p:nvPr>
        </p:nvSpPr>
        <p:spPr>
          <a:xfrm>
            <a:off x="9956800" y="2133600"/>
            <a:ext cx="4445000" cy="1066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6" name="footer_sources"/>
          <p:cNvSpPr>
            <a:spLocks noGrp="1"/>
          </p:cNvSpPr>
          <p:nvPr>
            <p:ph type="body" idx="14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7" name="footer_page"/>
          <p:cNvSpPr>
            <a:spLocks noGrp="1"/>
          </p:cNvSpPr>
          <p:nvPr>
            <p:ph type="body" idx="15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ph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table_1"/>
          <p:cNvSpPr>
            <a:spLocks noGrp="1"/>
          </p:cNvSpPr>
          <p:nvPr>
            <p:ph type="tbl" idx="11" hasCustomPrompt="1"/>
          </p:nvPr>
        </p:nvSpPr>
        <p:spPr>
          <a:xfrm>
            <a:off x="711200" y="2133600"/>
            <a:ext cx="10223500" cy="7645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4" name="imprint"/>
          <p:cNvSpPr>
            <a:spLocks noGrp="1"/>
          </p:cNvSpPr>
          <p:nvPr>
            <p:ph type="body" idx="12" hasCustomPrompt="1"/>
          </p:nvPr>
        </p:nvSpPr>
        <p:spPr>
          <a:xfrm>
            <a:off x="11112500" y="2133600"/>
            <a:ext cx="3289300" cy="1066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footer_sources"/>
          <p:cNvSpPr>
            <a:spLocks noGrp="1"/>
          </p:cNvSpPr>
          <p:nvPr>
            <p:ph type="body" idx="13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6" name="footer_page"/>
          <p:cNvSpPr>
            <a:spLocks noGrp="1"/>
          </p:cNvSpPr>
          <p:nvPr>
            <p:ph type="body" idx="14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_speci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1" hasCustomPrompt="1"/>
          </p:nvPr>
        </p:nvSpPr>
        <p:spPr>
          <a:xfrm>
            <a:off x="711200" y="21336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0" i="0" u="none">
                <a:solidFill>
                  <a:srgbClr val="211F1A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Крупное число</a:t>
            </a:r>
          </a:p>
          <a:p>
            <a:pPr lvl="1"/>
            <a:r>
              <a:rPr lang="ru-RU"/>
              <a:t>Подпись к числу</a:t>
            </a:r>
          </a:p>
        </p:txBody>
      </p:sp>
      <p:sp>
        <p:nvSpPr>
          <p:cNvPr id="4" name="cover_subtitle"/>
          <p:cNvSpPr>
            <a:spLocks noGrp="1"/>
          </p:cNvSpPr>
          <p:nvPr>
            <p:ph type="body" idx="12" hasCustomPrompt="1"/>
          </p:nvPr>
        </p:nvSpPr>
        <p:spPr>
          <a:xfrm>
            <a:off x="711200" y="3200400"/>
            <a:ext cx="67564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Подзаголовок обложки</a:t>
            </a:r>
          </a:p>
        </p:txBody>
      </p:sp>
      <p:sp>
        <p:nvSpPr>
          <p:cNvPr id="5" name="cover_date"/>
          <p:cNvSpPr>
            <a:spLocks noGrp="1"/>
          </p:cNvSpPr>
          <p:nvPr>
            <p:ph type="body" idx="13" hasCustomPrompt="1"/>
          </p:nvPr>
        </p:nvSpPr>
        <p:spPr>
          <a:xfrm>
            <a:off x="7645400" y="32004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19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Дата</a:t>
            </a:r>
          </a:p>
        </p:txBody>
      </p:sp>
      <p:sp>
        <p:nvSpPr>
          <p:cNvPr id="6" name="block_title"/>
          <p:cNvSpPr>
            <a:spLocks noGrp="1"/>
          </p:cNvSpPr>
          <p:nvPr>
            <p:ph type="body" idx="14" hasCustomPrompt="1"/>
          </p:nvPr>
        </p:nvSpPr>
        <p:spPr>
          <a:xfrm>
            <a:off x="711200" y="3733800"/>
            <a:ext cx="90678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9pPr>
          </a:lstStyle>
          <a:p>
            <a:r>
              <a:rPr lang="ru-RU"/>
              <a:t>Подзаголовок блока</a:t>
            </a:r>
          </a:p>
        </p:txBody>
      </p:sp>
      <p:sp>
        <p:nvSpPr>
          <p:cNvPr id="7" name="paragraph"/>
          <p:cNvSpPr>
            <a:spLocks noGrp="1"/>
          </p:cNvSpPr>
          <p:nvPr>
            <p:ph type="body" idx="15" hasCustomPrompt="1"/>
          </p:nvPr>
        </p:nvSpPr>
        <p:spPr>
          <a:xfrm>
            <a:off x="711200" y="4267200"/>
            <a:ext cx="6756400" cy="1066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lang="ru-RU" sz="13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Абзац</a:t>
            </a:r>
          </a:p>
        </p:txBody>
      </p:sp>
      <p:sp>
        <p:nvSpPr>
          <p:cNvPr id="8" name="caption"/>
          <p:cNvSpPr>
            <a:spLocks noGrp="1"/>
          </p:cNvSpPr>
          <p:nvPr>
            <p:ph type="body" idx="16" hasCustomPrompt="1"/>
          </p:nvPr>
        </p:nvSpPr>
        <p:spPr>
          <a:xfrm>
            <a:off x="711200" y="5511800"/>
            <a:ext cx="44450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table_header"/>
          <p:cNvSpPr>
            <a:spLocks noGrp="1"/>
          </p:cNvSpPr>
          <p:nvPr>
            <p:ph type="body" idx="17" hasCustomPrompt="1"/>
          </p:nvPr>
        </p:nvSpPr>
        <p:spPr>
          <a:xfrm>
            <a:off x="711200" y="6578600"/>
            <a:ext cx="44450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9pPr>
          </a:lstStyle>
          <a:p>
            <a:r>
              <a:rPr lang="ru-RU"/>
              <a:t>Шапка таблицы</a:t>
            </a:r>
          </a:p>
        </p:txBody>
      </p:sp>
      <p:sp>
        <p:nvSpPr>
          <p:cNvPr id="10" name="table_cell"/>
          <p:cNvSpPr>
            <a:spLocks noGrp="1"/>
          </p:cNvSpPr>
          <p:nvPr>
            <p:ph type="body" idx="18" hasCustomPrompt="1"/>
          </p:nvPr>
        </p:nvSpPr>
        <p:spPr>
          <a:xfrm>
            <a:off x="711200" y="71120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Ячейка таблицы</a:t>
            </a:r>
          </a:p>
        </p:txBody>
      </p:sp>
      <p:sp>
        <p:nvSpPr>
          <p:cNvPr id="11" name="note"/>
          <p:cNvSpPr>
            <a:spLocks noGrp="1"/>
          </p:cNvSpPr>
          <p:nvPr>
            <p:ph type="body" idx="19" hasCustomPrompt="1"/>
          </p:nvPr>
        </p:nvSpPr>
        <p:spPr>
          <a:xfrm>
            <a:off x="11112500" y="2133600"/>
            <a:ext cx="32893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2" name="footer_sources"/>
          <p:cNvSpPr>
            <a:spLocks noGrp="1"/>
          </p:cNvSpPr>
          <p:nvPr>
            <p:ph type="body" idx="20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3" name="footer_page"/>
          <p:cNvSpPr>
            <a:spLocks noGrp="1"/>
          </p:cNvSpPr>
          <p:nvPr>
            <p:ph type="body" idx="21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_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  <a:defRPr lang="ru-RU" sz="2400" b="0" i="0" u="none">
                <a:solidFill>
                  <a:srgbClr val="211F1A"/>
                </a:solidFill>
                <a:latin typeface="Open Sans SemiBold"/>
                <a:ea typeface="Open Sans SemiBold"/>
                <a:cs typeface="Open Sans SemiBold"/>
              </a:defRPr>
            </a:lvl1pPr>
            <a:lvl2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2100"/>
              </a:lnSpc>
              <a:spcBef>
                <a:spcPts val="1400"/>
              </a:spcBef>
              <a:spcAft>
                <a:spcPts val="0"/>
              </a:spcAft>
              <a:buNone/>
              <a:defRPr lang="ru-RU" sz="1600" b="0" i="0" u="none">
                <a:solidFill>
                  <a:srgbClr val="211F1A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Заголовок слайда</a:t>
            </a:r>
          </a:p>
          <a:p>
            <a:pPr lvl="1"/>
            <a:r>
              <a:rPr lang="ru-RU"/>
              <a:t>Подзаголовок</a:t>
            </a:r>
          </a:p>
        </p:txBody>
      </p:sp>
      <p:sp>
        <p:nvSpPr>
          <p:cNvPr id="3" name="image_1"/>
          <p:cNvSpPr>
            <a:spLocks noGrp="1"/>
          </p:cNvSpPr>
          <p:nvPr>
            <p:ph type="pic" idx="11" hasCustomPrompt="1"/>
          </p:nvPr>
        </p:nvSpPr>
        <p:spPr>
          <a:xfrm>
            <a:off x="711200" y="2133600"/>
            <a:ext cx="44450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4" name="caption_1"/>
          <p:cNvSpPr>
            <a:spLocks noGrp="1"/>
          </p:cNvSpPr>
          <p:nvPr>
            <p:ph type="body" idx="12" hasCustomPrompt="1"/>
          </p:nvPr>
        </p:nvSpPr>
        <p:spPr>
          <a:xfrm>
            <a:off x="711200" y="5511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5" name="image_2"/>
          <p:cNvSpPr>
            <a:spLocks noGrp="1"/>
          </p:cNvSpPr>
          <p:nvPr>
            <p:ph type="pic" idx="13" hasCustomPrompt="1"/>
          </p:nvPr>
        </p:nvSpPr>
        <p:spPr>
          <a:xfrm>
            <a:off x="5334000" y="2133600"/>
            <a:ext cx="44450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6" name="caption_2"/>
          <p:cNvSpPr>
            <a:spLocks noGrp="1"/>
          </p:cNvSpPr>
          <p:nvPr>
            <p:ph type="body" idx="14" hasCustomPrompt="1"/>
          </p:nvPr>
        </p:nvSpPr>
        <p:spPr>
          <a:xfrm>
            <a:off x="5334000" y="5511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7" name="image_3"/>
          <p:cNvSpPr>
            <a:spLocks noGrp="1"/>
          </p:cNvSpPr>
          <p:nvPr>
            <p:ph type="pic" idx="15" hasCustomPrompt="1"/>
          </p:nvPr>
        </p:nvSpPr>
        <p:spPr>
          <a:xfrm>
            <a:off x="9956800" y="2133600"/>
            <a:ext cx="4445000" cy="3200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Картинка</a:t>
            </a:r>
          </a:p>
        </p:txBody>
      </p:sp>
      <p:sp>
        <p:nvSpPr>
          <p:cNvPr id="8" name="caption_3"/>
          <p:cNvSpPr>
            <a:spLocks noGrp="1"/>
          </p:cNvSpPr>
          <p:nvPr>
            <p:ph type="body" idx="16" hasCustomPrompt="1"/>
          </p:nvPr>
        </p:nvSpPr>
        <p:spPr>
          <a:xfrm>
            <a:off x="9956800" y="5511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9" name="table_1"/>
          <p:cNvSpPr>
            <a:spLocks noGrp="1"/>
          </p:cNvSpPr>
          <p:nvPr>
            <p:ph type="tbl" idx="17" hasCustomPrompt="1"/>
          </p:nvPr>
        </p:nvSpPr>
        <p:spPr>
          <a:xfrm>
            <a:off x="711200" y="6400800"/>
            <a:ext cx="9067800" cy="3378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Таблица</a:t>
            </a:r>
          </a:p>
        </p:txBody>
      </p:sp>
      <p:sp>
        <p:nvSpPr>
          <p:cNvPr id="10" name="note"/>
          <p:cNvSpPr>
            <a:spLocks noGrp="1"/>
          </p:cNvSpPr>
          <p:nvPr>
            <p:ph type="body" idx="18" hasCustomPrompt="1"/>
          </p:nvPr>
        </p:nvSpPr>
        <p:spPr>
          <a:xfrm>
            <a:off x="9956800" y="6400800"/>
            <a:ext cx="4445000" cy="1066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10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Подпись</a:t>
            </a:r>
          </a:p>
        </p:txBody>
      </p:sp>
      <p:sp>
        <p:nvSpPr>
          <p:cNvPr id="11" name="footer_sources"/>
          <p:cNvSpPr>
            <a:spLocks noGrp="1"/>
          </p:cNvSpPr>
          <p:nvPr>
            <p:ph type="body" idx="19" hasCustomPrompt="1"/>
          </p:nvPr>
        </p:nvSpPr>
        <p:spPr>
          <a:xfrm>
            <a:off x="711200" y="9956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Источники</a:t>
            </a:r>
          </a:p>
        </p:txBody>
      </p:sp>
      <p:sp>
        <p:nvSpPr>
          <p:cNvPr id="12" name="footer_page"/>
          <p:cNvSpPr>
            <a:spLocks noGrp="1"/>
          </p:cNvSpPr>
          <p:nvPr>
            <p:ph type="body" idx="20" hasCustomPrompt="1"/>
          </p:nvPr>
        </p:nvSpPr>
        <p:spPr>
          <a:xfrm>
            <a:off x="12268200" y="99568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>
            <a:lvl1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1pPr>
            <a:lvl2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2pPr>
            <a:lvl3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3pPr>
            <a:lvl4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4pPr>
            <a:lvl5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5pPr>
            <a:lvl6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6pPr>
            <a:lvl7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7pPr>
            <a:lvl8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8pPr>
            <a:lvl9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ru-RU" sz="800" b="0" i="0" u="none">
                <a:solidFill>
                  <a:srgbClr val="6E6B66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lang="ru-RU"/>
              <a:t>Номер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11200" y="711200"/>
            <a:ext cx="9067800" cy="1422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/>
          <a:p>
            <a:r>
              <a:rPr lang="ru-RU"/>
              <a:t>Заголовок слайда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711200" y="2133600"/>
            <a:ext cx="13690600" cy="7645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rtlCol="0">
            <a:noAutofit/>
          </a:bodyPr>
          <a:lstStyle/>
          <a:p>
            <a:r>
              <a:rPr lang="ru-RU"/>
              <a:t>Абзац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txStyles>
    <p:titleStyle>
      <a:lvl1pPr marL="0" indent="0" algn="l">
        <a:lnSpc>
          <a:spcPts val="2800"/>
        </a:lnSpc>
        <a:spcBef>
          <a:spcPts val="0"/>
        </a:spcBef>
        <a:spcAft>
          <a:spcPts val="0"/>
        </a:spcAft>
        <a:buNone/>
        <a:defRPr lang="ru-RU" sz="2400" b="0" i="0" u="none">
          <a:solidFill>
            <a:srgbClr val="211F1A"/>
          </a:solidFill>
          <a:latin typeface="Open Sans SemiBold"/>
          <a:ea typeface="Open Sans SemiBold"/>
          <a:cs typeface="Open Sans SemiBold"/>
        </a:defRPr>
      </a:lvl1pPr>
      <a:lvl2pPr marL="0" indent="0" algn="l">
        <a:lnSpc>
          <a:spcPts val="2800"/>
        </a:lnSpc>
        <a:spcBef>
          <a:spcPts val="0"/>
        </a:spcBef>
        <a:spcAft>
          <a:spcPts val="0"/>
        </a:spcAft>
        <a:buNone/>
        <a:defRPr lang="ru-RU" sz="2400" b="0" i="0" u="none">
          <a:solidFill>
            <a:srgbClr val="211F1A"/>
          </a:solidFill>
          <a:latin typeface="Open Sans SemiBold"/>
          <a:ea typeface="Open Sans SemiBold"/>
          <a:cs typeface="Open Sans SemiBold"/>
        </a:defRPr>
      </a:lvl2pPr>
      <a:lvl3pPr marL="0" indent="0" algn="l">
        <a:lnSpc>
          <a:spcPts val="2800"/>
        </a:lnSpc>
        <a:spcBef>
          <a:spcPts val="0"/>
        </a:spcBef>
        <a:spcAft>
          <a:spcPts val="0"/>
        </a:spcAft>
        <a:buNone/>
        <a:defRPr lang="ru-RU" sz="2400" b="0" i="0" u="none">
          <a:solidFill>
            <a:srgbClr val="211F1A"/>
          </a:solidFill>
          <a:latin typeface="Open Sans SemiBold"/>
          <a:ea typeface="Open Sans SemiBold"/>
          <a:cs typeface="Open Sans SemiBold"/>
        </a:defRPr>
      </a:lvl3pPr>
      <a:lvl4pPr marL="0" indent="0" algn="l">
        <a:lnSpc>
          <a:spcPts val="2800"/>
        </a:lnSpc>
        <a:spcBef>
          <a:spcPts val="0"/>
        </a:spcBef>
        <a:spcAft>
          <a:spcPts val="0"/>
        </a:spcAft>
        <a:buNone/>
        <a:defRPr lang="ru-RU" sz="2400" b="0" i="0" u="none">
          <a:solidFill>
            <a:srgbClr val="211F1A"/>
          </a:solidFill>
          <a:latin typeface="Open Sans SemiBold"/>
          <a:ea typeface="Open Sans SemiBold"/>
          <a:cs typeface="Open Sans SemiBold"/>
        </a:defRPr>
      </a:lvl4pPr>
      <a:lvl5pPr marL="0" indent="0" algn="l">
        <a:lnSpc>
          <a:spcPts val="2800"/>
        </a:lnSpc>
        <a:spcBef>
          <a:spcPts val="0"/>
        </a:spcBef>
        <a:spcAft>
          <a:spcPts val="0"/>
        </a:spcAft>
        <a:buNone/>
        <a:defRPr lang="ru-RU" sz="2400" b="0" i="0" u="none">
          <a:solidFill>
            <a:srgbClr val="211F1A"/>
          </a:solidFill>
          <a:latin typeface="Open Sans SemiBold"/>
          <a:ea typeface="Open Sans SemiBold"/>
          <a:cs typeface="Open Sans SemiBold"/>
        </a:defRPr>
      </a:lvl5pPr>
      <a:lvl6pPr marL="0" indent="0" algn="l">
        <a:lnSpc>
          <a:spcPts val="2800"/>
        </a:lnSpc>
        <a:spcBef>
          <a:spcPts val="0"/>
        </a:spcBef>
        <a:spcAft>
          <a:spcPts val="0"/>
        </a:spcAft>
        <a:buNone/>
        <a:defRPr lang="ru-RU" sz="2400" b="0" i="0" u="none">
          <a:solidFill>
            <a:srgbClr val="211F1A"/>
          </a:solidFill>
          <a:latin typeface="Open Sans SemiBold"/>
          <a:ea typeface="Open Sans SemiBold"/>
          <a:cs typeface="Open Sans SemiBold"/>
        </a:defRPr>
      </a:lvl6pPr>
      <a:lvl7pPr marL="0" indent="0" algn="l">
        <a:lnSpc>
          <a:spcPts val="2800"/>
        </a:lnSpc>
        <a:spcBef>
          <a:spcPts val="0"/>
        </a:spcBef>
        <a:spcAft>
          <a:spcPts val="0"/>
        </a:spcAft>
        <a:buNone/>
        <a:defRPr lang="ru-RU" sz="2400" b="0" i="0" u="none">
          <a:solidFill>
            <a:srgbClr val="211F1A"/>
          </a:solidFill>
          <a:latin typeface="Open Sans SemiBold"/>
          <a:ea typeface="Open Sans SemiBold"/>
          <a:cs typeface="Open Sans SemiBold"/>
        </a:defRPr>
      </a:lvl7pPr>
      <a:lvl8pPr marL="0" indent="0" algn="l">
        <a:lnSpc>
          <a:spcPts val="2800"/>
        </a:lnSpc>
        <a:spcBef>
          <a:spcPts val="0"/>
        </a:spcBef>
        <a:spcAft>
          <a:spcPts val="0"/>
        </a:spcAft>
        <a:buNone/>
        <a:defRPr lang="ru-RU" sz="2400" b="0" i="0" u="none">
          <a:solidFill>
            <a:srgbClr val="211F1A"/>
          </a:solidFill>
          <a:latin typeface="Open Sans SemiBold"/>
          <a:ea typeface="Open Sans SemiBold"/>
          <a:cs typeface="Open Sans SemiBold"/>
        </a:defRPr>
      </a:lvl8pPr>
      <a:lvl9pPr marL="0" indent="0" algn="l">
        <a:lnSpc>
          <a:spcPts val="2800"/>
        </a:lnSpc>
        <a:spcBef>
          <a:spcPts val="0"/>
        </a:spcBef>
        <a:spcAft>
          <a:spcPts val="0"/>
        </a:spcAft>
        <a:buNone/>
        <a:defRPr lang="ru-RU" sz="2400" b="0" i="0" u="none">
          <a:solidFill>
            <a:srgbClr val="211F1A"/>
          </a:solidFill>
          <a:latin typeface="Open Sans SemiBold"/>
          <a:ea typeface="Open Sans SemiBold"/>
          <a:cs typeface="Open Sans SemiBold"/>
        </a:defRPr>
      </a:lvl9pPr>
    </p:titleStyle>
    <p:bodyStyle>
      <a:lvl1pPr marL="0" indent="0" algn="l">
        <a:lnSpc>
          <a:spcPts val="2100"/>
        </a:lnSpc>
        <a:spcBef>
          <a:spcPts val="0"/>
        </a:spcBef>
        <a:spcAft>
          <a:spcPts val="0"/>
        </a:spcAft>
        <a:buNone/>
        <a:defRPr lang="ru-RU" sz="1300" b="0" i="0" u="none">
          <a:solidFill>
            <a:srgbClr val="211F1A"/>
          </a:solidFill>
          <a:latin typeface="Open Sans"/>
          <a:ea typeface="Open Sans"/>
          <a:cs typeface="Open Sans"/>
        </a:defRPr>
      </a:lvl1pPr>
      <a:lvl2pPr marL="0" indent="0" algn="l">
        <a:lnSpc>
          <a:spcPts val="2100"/>
        </a:lnSpc>
        <a:spcBef>
          <a:spcPts val="0"/>
        </a:spcBef>
        <a:spcAft>
          <a:spcPts val="0"/>
        </a:spcAft>
        <a:buNone/>
        <a:defRPr lang="ru-RU" sz="1300" b="0" i="0" u="none">
          <a:solidFill>
            <a:srgbClr val="211F1A"/>
          </a:solidFill>
          <a:latin typeface="Open Sans"/>
          <a:ea typeface="Open Sans"/>
          <a:cs typeface="Open Sans"/>
        </a:defRPr>
      </a:lvl2pPr>
      <a:lvl3pPr marL="0" indent="0" algn="l">
        <a:lnSpc>
          <a:spcPts val="2100"/>
        </a:lnSpc>
        <a:spcBef>
          <a:spcPts val="0"/>
        </a:spcBef>
        <a:spcAft>
          <a:spcPts val="0"/>
        </a:spcAft>
        <a:buNone/>
        <a:defRPr lang="ru-RU" sz="1300" b="0" i="0" u="none">
          <a:solidFill>
            <a:srgbClr val="211F1A"/>
          </a:solidFill>
          <a:latin typeface="Open Sans"/>
          <a:ea typeface="Open Sans"/>
          <a:cs typeface="Open Sans"/>
        </a:defRPr>
      </a:lvl3pPr>
      <a:lvl4pPr marL="0" indent="0" algn="l">
        <a:lnSpc>
          <a:spcPts val="2100"/>
        </a:lnSpc>
        <a:spcBef>
          <a:spcPts val="0"/>
        </a:spcBef>
        <a:spcAft>
          <a:spcPts val="0"/>
        </a:spcAft>
        <a:buNone/>
        <a:defRPr lang="ru-RU" sz="1300" b="0" i="0" u="none">
          <a:solidFill>
            <a:srgbClr val="211F1A"/>
          </a:solidFill>
          <a:latin typeface="Open Sans"/>
          <a:ea typeface="Open Sans"/>
          <a:cs typeface="Open Sans"/>
        </a:defRPr>
      </a:lvl4pPr>
      <a:lvl5pPr marL="0" indent="0" algn="l">
        <a:lnSpc>
          <a:spcPts val="2100"/>
        </a:lnSpc>
        <a:spcBef>
          <a:spcPts val="0"/>
        </a:spcBef>
        <a:spcAft>
          <a:spcPts val="0"/>
        </a:spcAft>
        <a:buNone/>
        <a:defRPr lang="ru-RU" sz="1300" b="0" i="0" u="none">
          <a:solidFill>
            <a:srgbClr val="211F1A"/>
          </a:solidFill>
          <a:latin typeface="Open Sans"/>
          <a:ea typeface="Open Sans"/>
          <a:cs typeface="Open Sans"/>
        </a:defRPr>
      </a:lvl5pPr>
      <a:lvl6pPr marL="0" indent="0" algn="l">
        <a:lnSpc>
          <a:spcPts val="2100"/>
        </a:lnSpc>
        <a:spcBef>
          <a:spcPts val="0"/>
        </a:spcBef>
        <a:spcAft>
          <a:spcPts val="0"/>
        </a:spcAft>
        <a:buNone/>
        <a:defRPr lang="ru-RU" sz="1300" b="0" i="0" u="none">
          <a:solidFill>
            <a:srgbClr val="211F1A"/>
          </a:solidFill>
          <a:latin typeface="Open Sans"/>
          <a:ea typeface="Open Sans"/>
          <a:cs typeface="Open Sans"/>
        </a:defRPr>
      </a:lvl6pPr>
      <a:lvl7pPr marL="0" indent="0" algn="l">
        <a:lnSpc>
          <a:spcPts val="2100"/>
        </a:lnSpc>
        <a:spcBef>
          <a:spcPts val="0"/>
        </a:spcBef>
        <a:spcAft>
          <a:spcPts val="0"/>
        </a:spcAft>
        <a:buNone/>
        <a:defRPr lang="ru-RU" sz="1300" b="0" i="0" u="none">
          <a:solidFill>
            <a:srgbClr val="211F1A"/>
          </a:solidFill>
          <a:latin typeface="Open Sans"/>
          <a:ea typeface="Open Sans"/>
          <a:cs typeface="Open Sans"/>
        </a:defRPr>
      </a:lvl7pPr>
      <a:lvl8pPr marL="0" indent="0" algn="l">
        <a:lnSpc>
          <a:spcPts val="2100"/>
        </a:lnSpc>
        <a:spcBef>
          <a:spcPts val="0"/>
        </a:spcBef>
        <a:spcAft>
          <a:spcPts val="0"/>
        </a:spcAft>
        <a:buNone/>
        <a:defRPr lang="ru-RU" sz="1300" b="0" i="0" u="none">
          <a:solidFill>
            <a:srgbClr val="211F1A"/>
          </a:solidFill>
          <a:latin typeface="Open Sans"/>
          <a:ea typeface="Open Sans"/>
          <a:cs typeface="Open Sans"/>
        </a:defRPr>
      </a:lvl8pPr>
      <a:lvl9pPr marL="0" indent="0" algn="l">
        <a:lnSpc>
          <a:spcPts val="2100"/>
        </a:lnSpc>
        <a:spcBef>
          <a:spcPts val="0"/>
        </a:spcBef>
        <a:spcAft>
          <a:spcPts val="0"/>
        </a:spcAft>
        <a:buNone/>
        <a:defRPr lang="ru-RU" sz="1300" b="0" i="0" u="none">
          <a:solidFill>
            <a:srgbClr val="211F1A"/>
          </a:solidFill>
          <a:latin typeface="Open Sans"/>
          <a:ea typeface="Open Sans"/>
          <a:cs typeface="Open Sans"/>
        </a:defRPr>
      </a:lvl9pPr>
    </p:bodyStyle>
    <p:otherStyle>
      <a:defPPr>
        <a:defRPr lang="ru-RU"/>
      </a:defPPr>
      <a:lvl1pPr marL="0" indent="0" algn="l">
        <a:lnSpc>
          <a:spcPts val="1400"/>
        </a:lnSpc>
        <a:spcBef>
          <a:spcPts val="0"/>
        </a:spcBef>
        <a:spcAft>
          <a:spcPts val="0"/>
        </a:spcAft>
        <a:buNone/>
        <a:defRPr lang="ru-RU" sz="1000" b="0" i="0" u="none">
          <a:solidFill>
            <a:srgbClr val="211F1A"/>
          </a:solidFill>
          <a:latin typeface="Open Sans"/>
          <a:ea typeface="Open Sans"/>
          <a:cs typeface="Open Sans"/>
        </a:defRPr>
      </a:lvl1pPr>
      <a:lvl2pPr marL="0" indent="0" algn="l">
        <a:lnSpc>
          <a:spcPts val="1400"/>
        </a:lnSpc>
        <a:spcBef>
          <a:spcPts val="0"/>
        </a:spcBef>
        <a:spcAft>
          <a:spcPts val="0"/>
        </a:spcAft>
        <a:buNone/>
        <a:defRPr lang="ru-RU" sz="1000" b="0" i="0" u="none">
          <a:solidFill>
            <a:srgbClr val="211F1A"/>
          </a:solidFill>
          <a:latin typeface="Open Sans"/>
          <a:ea typeface="Open Sans"/>
          <a:cs typeface="Open Sans"/>
        </a:defRPr>
      </a:lvl2pPr>
      <a:lvl3pPr marL="0" indent="0" algn="l">
        <a:lnSpc>
          <a:spcPts val="1400"/>
        </a:lnSpc>
        <a:spcBef>
          <a:spcPts val="0"/>
        </a:spcBef>
        <a:spcAft>
          <a:spcPts val="0"/>
        </a:spcAft>
        <a:buNone/>
        <a:defRPr lang="ru-RU" sz="1000" b="0" i="0" u="none">
          <a:solidFill>
            <a:srgbClr val="211F1A"/>
          </a:solidFill>
          <a:latin typeface="Open Sans"/>
          <a:ea typeface="Open Sans"/>
          <a:cs typeface="Open Sans"/>
        </a:defRPr>
      </a:lvl3pPr>
      <a:lvl4pPr marL="0" indent="0" algn="l">
        <a:lnSpc>
          <a:spcPts val="1400"/>
        </a:lnSpc>
        <a:spcBef>
          <a:spcPts val="0"/>
        </a:spcBef>
        <a:spcAft>
          <a:spcPts val="0"/>
        </a:spcAft>
        <a:buNone/>
        <a:defRPr lang="ru-RU" sz="1000" b="0" i="0" u="none">
          <a:solidFill>
            <a:srgbClr val="211F1A"/>
          </a:solidFill>
          <a:latin typeface="Open Sans"/>
          <a:ea typeface="Open Sans"/>
          <a:cs typeface="Open Sans"/>
        </a:defRPr>
      </a:lvl4pPr>
      <a:lvl5pPr marL="0" indent="0" algn="l">
        <a:lnSpc>
          <a:spcPts val="1400"/>
        </a:lnSpc>
        <a:spcBef>
          <a:spcPts val="0"/>
        </a:spcBef>
        <a:spcAft>
          <a:spcPts val="0"/>
        </a:spcAft>
        <a:buNone/>
        <a:defRPr lang="ru-RU" sz="1000" b="0" i="0" u="none">
          <a:solidFill>
            <a:srgbClr val="211F1A"/>
          </a:solidFill>
          <a:latin typeface="Open Sans"/>
          <a:ea typeface="Open Sans"/>
          <a:cs typeface="Open Sans"/>
        </a:defRPr>
      </a:lvl5pPr>
      <a:lvl6pPr marL="0" indent="0" algn="l">
        <a:lnSpc>
          <a:spcPts val="1400"/>
        </a:lnSpc>
        <a:spcBef>
          <a:spcPts val="0"/>
        </a:spcBef>
        <a:spcAft>
          <a:spcPts val="0"/>
        </a:spcAft>
        <a:buNone/>
        <a:defRPr lang="ru-RU" sz="1000" b="0" i="0" u="none">
          <a:solidFill>
            <a:srgbClr val="211F1A"/>
          </a:solidFill>
          <a:latin typeface="Open Sans"/>
          <a:ea typeface="Open Sans"/>
          <a:cs typeface="Open Sans"/>
        </a:defRPr>
      </a:lvl6pPr>
      <a:lvl7pPr marL="0" indent="0" algn="l">
        <a:lnSpc>
          <a:spcPts val="1400"/>
        </a:lnSpc>
        <a:spcBef>
          <a:spcPts val="0"/>
        </a:spcBef>
        <a:spcAft>
          <a:spcPts val="0"/>
        </a:spcAft>
        <a:buNone/>
        <a:defRPr lang="ru-RU" sz="1000" b="0" i="0" u="none">
          <a:solidFill>
            <a:srgbClr val="211F1A"/>
          </a:solidFill>
          <a:latin typeface="Open Sans"/>
          <a:ea typeface="Open Sans"/>
          <a:cs typeface="Open Sans"/>
        </a:defRPr>
      </a:lvl7pPr>
      <a:lvl8pPr marL="0" indent="0" algn="l">
        <a:lnSpc>
          <a:spcPts val="1400"/>
        </a:lnSpc>
        <a:spcBef>
          <a:spcPts val="0"/>
        </a:spcBef>
        <a:spcAft>
          <a:spcPts val="0"/>
        </a:spcAft>
        <a:buNone/>
        <a:defRPr lang="ru-RU" sz="1000" b="0" i="0" u="none">
          <a:solidFill>
            <a:srgbClr val="211F1A"/>
          </a:solidFill>
          <a:latin typeface="Open Sans"/>
          <a:ea typeface="Open Sans"/>
          <a:cs typeface="Open Sans"/>
        </a:defRPr>
      </a:lvl8pPr>
      <a:lvl9pPr marL="0" indent="0" algn="l">
        <a:lnSpc>
          <a:spcPts val="1400"/>
        </a:lnSpc>
        <a:spcBef>
          <a:spcPts val="0"/>
        </a:spcBef>
        <a:spcAft>
          <a:spcPts val="0"/>
        </a:spcAft>
        <a:buNone/>
        <a:defRPr lang="ru-RU" sz="1000" b="0" i="0" u="none">
          <a:solidFill>
            <a:srgbClr val="211F1A"/>
          </a:solidFill>
          <a:latin typeface="Open Sans"/>
          <a:ea typeface="Open Sans"/>
          <a:cs typeface="Open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K1-01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Школы, сады и медицина в 10 минутах пешком</a:t>
            </a:r>
          </a:p>
          <a:p>
            <a:pPr lvl="1"/>
            <a:r>
              <a:rPr lang="ru-RU"/>
              <a:t>От границы проекта планировки в 10 минутах пешком 4 школы, 2 детских сада и 9 медицинских учреждений</a:t>
            </a:r>
          </a:p>
        </p:txBody>
      </p:sp>
      <p:graphicFrame>
        <p:nvGraphicFramePr>
          <p:cNvPr id="7" name="counts"/>
          <p:cNvGraphicFramePr>
            <a:graphicFrameLocks noGrp="1"/>
          </p:cNvGraphicFramePr>
          <p:nvPr>
            <p:ph type="tbl" idx="15"/>
          </p:nvPr>
        </p:nvGraphicFramePr>
        <p:xfrm>
          <a:off x="711200" y="5156200"/>
          <a:ext cx="4445000" cy="2133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33600"/>
                <a:gridCol w="1155700"/>
                <a:gridCol w="1155700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 SemiBold"/>
                        </a:rPr>
                        <a:t>Объекты</a:t>
                      </a:r>
                    </a:p>
                  </a:txBody>
                  <a:tcPr marL="0" marR="0" marT="88900" marB="889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 SemiBold"/>
                        </a:rPr>
                        <a:t>В 10 мин пешком</a:t>
                      </a:r>
                    </a:p>
                  </a:txBody>
                  <a:tcPr marL="177800" marR="0" marT="88900" marB="889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 SemiBold"/>
                        </a:rPr>
                        <a:t>Ближайший, м</a:t>
                      </a:r>
                    </a:p>
                  </a:txBody>
                  <a:tcPr marL="177800" marR="0" marT="88900" marB="889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"/>
                        </a:rPr>
                        <a:t>Школы</a:t>
                      </a:r>
                    </a:p>
                  </a:txBody>
                  <a:tcPr marL="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EB7D40"/>
                          </a:solidFill>
                          <a:latin typeface="Open Sans"/>
                        </a:rPr>
                        <a:t>4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6E6B66"/>
                          </a:solidFill>
                          <a:latin typeface="Open Sans"/>
                        </a:rPr>
                        <a:t>необходим расчет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"/>
                        </a:rPr>
                        <a:t>Детские сады</a:t>
                      </a:r>
                    </a:p>
                  </a:txBody>
                  <a:tcPr marL="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EB7D40"/>
                          </a:solidFill>
                          <a:latin typeface="Open Sans"/>
                        </a:rPr>
                        <a:t>2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6E6B66"/>
                          </a:solidFill>
                          <a:latin typeface="Open Sans"/>
                        </a:rPr>
                        <a:t>необходим расчет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"/>
                        </a:rPr>
                        <a:t>Медицинские учреждения</a:t>
                      </a:r>
                    </a:p>
                  </a:txBody>
                  <a:tcPr marL="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EB7D40"/>
                          </a:solidFill>
                          <a:latin typeface="Open Sans"/>
                        </a:rPr>
                        <a:t>9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6E6B66"/>
                          </a:solidFill>
                          <a:latin typeface="Open Sans"/>
                        </a:rPr>
                        <a:t>необходим расчет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method"/>
          <p:cNvSpPr>
            <a:spLocks noGrp="1"/>
          </p:cNvSpPr>
          <p:nvPr>
            <p:ph type="body" idx="16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Изохрона: улицы, до которых от границы проекта планировки 10 минут пешком по графу улиц OpenStreetMap при 4,8 км/ч. Объекты — OpenStreetMap и Overture Places, выпуск Overture 2026-09-23.0.</a:t>
            </a:r>
          </a:p>
        </p:txBody>
      </p:sp>
      <p:pic>
        <p:nvPicPr>
          <p:cNvPr id="10" name="image_1" descr="k1-analysis.png"/>
          <p:cNvPicPr>
            <a:picLocks noGrp="1" noChangeAspect="1"/>
          </p:cNvPicPr>
          <p:nvPr>
            <p:ph type="pic" idx="18"/>
          </p:nvPr>
        </p:nvPicPr>
        <p:blipFill>
          <a:blip r:embed="rId2"/>
          <a:srcRect/>
          <a:stretch>
            <a:fillRect/>
          </a:stretch>
        </p:blipFill>
        <p:spPr>
          <a:xfrm>
            <a:off x="5334000" y="2133600"/>
            <a:ext cx="9067479" cy="6756400"/>
          </a:xfrm>
        </p:spPr>
      </p:pic>
      <p:sp>
        <p:nvSpPr>
          <p:cNvPr id="11" name="caption_1"/>
          <p:cNvSpPr>
            <a:spLocks noGrp="1"/>
          </p:cNvSpPr>
          <p:nvPr>
            <p:ph type="body" idx="19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Объекты счета внутри изохроны</a:t>
            </a:r>
          </a:p>
          <a:p>
            <a:pPr/>
            <a:r>
              <a:rPr lang="ru-RU"/>
              <a:t>Карта, справочные данные, OpenStreetMap через Overture Maps 2026-09-23.0, ODbL 1.0, 09.2026</a:t>
            </a:r>
          </a:p>
        </p:txBody>
      </p:sp>
      <p:sp>
        <p:nvSpPr>
          <p:cNvPr id="12" name="footer_sources"/>
          <p:cNvSpPr>
            <a:spLocks noGrp="1"/>
          </p:cNvSpPr>
          <p:nvPr>
            <p:ph type="body" idx="20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Источники: синтетический образец: проект планировки, чертеж красных линий; расчет картографа по графу OpenStreetMap через Overture Maps 2026-09-23.0, ODbL 1.0; OpenStreetMap через Overture Maps 2026-09-23.0, ODbL 1.0; Overture Maps Places 2026-09-23.0, CDLA-Permissive-2.0</a:t>
            </a:r>
          </a:p>
        </p:txBody>
      </p:sp>
      <p:sp>
        <p:nvSpPr>
          <p:cNvPr id="13" name="footer_page"/>
          <p:cNvSpPr>
            <a:spLocks noGrp="1"/>
          </p:cNvSpPr>
          <p:nvPr>
            <p:ph type="body" idx="21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1/3</a:t>
            </a:r>
          </a:p>
        </p:txBody>
      </p:sp>
      <p:grpSp>
        <p:nvGrpSpPr>
          <p:cNvPr id="24" name="legend:overlay"/>
          <p:cNvGrpSpPr/>
          <p:nvPr/>
        </p:nvGrpSpPr>
        <p:grpSpPr>
          <a:xfrm>
            <a:off x="711200" y="7467600"/>
            <a:ext cx="4445000" cy="1422400"/>
            <a:chOff x="711200" y="7467600"/>
            <a:chExt cx="4445000" cy="1422400"/>
          </a:xfrm>
        </p:grpSpPr>
        <p:sp>
          <p:nvSpPr>
            <p:cNvPr id="14" name="legend:overlay:legend:swatch-point_1"/>
            <p:cNvSpPr/>
            <p:nvPr/>
          </p:nvSpPr>
          <p:spPr>
            <a:xfrm>
              <a:off x="774700" y="7823200"/>
              <a:ext cx="88900" cy="88900"/>
            </a:xfrm>
            <a:prstGeom prst="ellipse">
              <a:avLst/>
            </a:prstGeom>
            <a:solidFill>
              <a:srgbClr val="211F1A"/>
            </a:solidFill>
            <a:ln w="9000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legend:overlay:legend:label-point_1"/>
            <p:cNvSpPr txBox="1"/>
            <p:nvPr/>
          </p:nvSpPr>
          <p:spPr>
            <a:xfrm>
              <a:off x="1003300" y="7785100"/>
              <a:ext cx="4445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ru-RU" sz="1000" b="0" i="0" dirty="0">
                  <a:solidFill>
                    <a:srgbClr val="211F1A"/>
                  </a:solidFill>
                  <a:latin typeface="Open Sans"/>
                </a:rPr>
                <a:t>Школы</a:t>
              </a:r>
            </a:p>
          </p:txBody>
        </p:sp>
        <p:sp>
          <p:nvSpPr>
            <p:cNvPr id="16" name="legend:overlay:legend:swatch-point_2"/>
            <p:cNvSpPr/>
            <p:nvPr/>
          </p:nvSpPr>
          <p:spPr>
            <a:xfrm>
              <a:off x="774700" y="8064500"/>
              <a:ext cx="88900" cy="88900"/>
            </a:xfrm>
            <a:prstGeom prst="ellipse">
              <a:avLst/>
            </a:prstGeom>
            <a:solidFill>
              <a:srgbClr val="FFFFFF"/>
            </a:solidFill>
            <a:ln w="12600" cap="flat">
              <a:solidFill>
                <a:srgbClr val="211F1A"/>
              </a:solidFill>
              <a:prstDash val="solid"/>
              <a:round/>
            </a:ln>
          </p:spPr>
        </p:sp>
        <p:sp>
          <p:nvSpPr>
            <p:cNvPr id="17" name="legend:overlay:legend:label-point_2"/>
            <p:cNvSpPr txBox="1"/>
            <p:nvPr/>
          </p:nvSpPr>
          <p:spPr>
            <a:xfrm>
              <a:off x="1003300" y="8013700"/>
              <a:ext cx="8382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ru-RU" sz="1000" b="0" i="0" dirty="0">
                  <a:solidFill>
                    <a:srgbClr val="211F1A"/>
                  </a:solidFill>
                  <a:latin typeface="Open Sans"/>
                </a:rPr>
                <a:t>Детские сады</a:t>
              </a:r>
            </a:p>
          </p:txBody>
        </p:sp>
        <p:sp>
          <p:nvSpPr>
            <p:cNvPr id="18" name="legend:overlay:legend:swatch-point_3"/>
            <p:cNvSpPr/>
            <p:nvPr/>
          </p:nvSpPr>
          <p:spPr>
            <a:xfrm>
              <a:off x="787400" y="8293100"/>
              <a:ext cx="76200" cy="76200"/>
            </a:xfrm>
            <a:prstGeom prst="rect">
              <a:avLst/>
            </a:prstGeom>
            <a:solidFill>
              <a:srgbClr val="211F1A"/>
            </a:solidFill>
            <a:ln w="9000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legend:overlay:legend:label-point_3"/>
            <p:cNvSpPr txBox="1"/>
            <p:nvPr/>
          </p:nvSpPr>
          <p:spPr>
            <a:xfrm>
              <a:off x="1003300" y="8255000"/>
              <a:ext cx="1651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ru-RU" sz="1000" b="0" i="0" dirty="0">
                  <a:solidFill>
                    <a:srgbClr val="211F1A"/>
                  </a:solidFill>
                  <a:latin typeface="Open Sans"/>
                </a:rPr>
                <a:t>Медицинские учреждения</a:t>
              </a:r>
            </a:p>
          </p:txBody>
        </p:sp>
        <p:sp>
          <p:nvSpPr>
            <p:cNvPr id="20" name="legend:overlay:legend:swatch-reach_walk"/>
            <p:cNvSpPr/>
            <p:nvPr/>
          </p:nvSpPr>
          <p:spPr>
            <a:xfrm>
              <a:off x="711200" y="8496300"/>
              <a:ext cx="228600" cy="152400"/>
            </a:xfrm>
            <a:custGeom>
              <a:avLst/>
              <a:gdLst/>
              <a:ahLst/>
              <a:cxnLst/>
              <a:rect l="0" t="0" r="r" b="b"/>
              <a:pathLst>
                <a:path w="228600" h="152400" fill="none">
                  <a:moveTo>
                    <a:pt x="0" y="1000"/>
                  </a:moveTo>
                  <a:lnTo>
                    <a:pt x="216000" y="1000"/>
                  </a:lnTo>
                  <a:lnTo>
                    <a:pt x="216000" y="145000"/>
                  </a:lnTo>
                  <a:lnTo>
                    <a:pt x="0" y="145000"/>
                  </a:lnTo>
                  <a:close/>
                </a:path>
              </a:pathLst>
            </a:custGeom>
            <a:noFill/>
            <a:ln w="18000" cap="flat">
              <a:solidFill>
                <a:srgbClr val="211F1A"/>
              </a:solidFill>
              <a:custDash>
                <a:ds d="80000" sp="200000"/>
              </a:custDash>
              <a:round/>
            </a:ln>
          </p:spPr>
        </p:sp>
        <p:sp>
          <p:nvSpPr>
            <p:cNvPr id="21" name="legend:overlay:legend:label-reach_walk"/>
            <p:cNvSpPr txBox="1"/>
            <p:nvPr/>
          </p:nvSpPr>
          <p:spPr>
            <a:xfrm>
              <a:off x="1003300" y="8483600"/>
              <a:ext cx="31623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ru-RU" sz="1000" b="0" i="0" dirty="0">
                  <a:solidFill>
                    <a:srgbClr val="211F1A"/>
                  </a:solidFill>
                  <a:latin typeface="Open Sans"/>
                </a:rPr>
                <a:t>10 минут пешком от границы проекта планировки</a:t>
              </a:r>
            </a:p>
          </p:txBody>
        </p:sp>
        <p:sp>
          <p:nvSpPr>
            <p:cNvPr id="22" name="legend:overlay:legend:swatch-territory"/>
            <p:cNvSpPr/>
            <p:nvPr/>
          </p:nvSpPr>
          <p:spPr>
            <a:xfrm>
              <a:off x="711200" y="8724900"/>
              <a:ext cx="228600" cy="152400"/>
            </a:xfrm>
            <a:custGeom>
              <a:avLst/>
              <a:gdLst/>
              <a:ahLst/>
              <a:cxnLst/>
              <a:rect l="0" t="0" r="r" b="b"/>
              <a:pathLst>
                <a:path w="228600" h="152400" fill="none">
                  <a:moveTo>
                    <a:pt x="0" y="4200"/>
                  </a:moveTo>
                  <a:lnTo>
                    <a:pt x="216000" y="4200"/>
                  </a:lnTo>
                  <a:lnTo>
                    <a:pt x="216000" y="148200"/>
                  </a:lnTo>
                  <a:lnTo>
                    <a:pt x="0" y="148200"/>
                  </a:lnTo>
                  <a:close/>
                </a:path>
              </a:pathLst>
            </a:custGeom>
            <a:noFill/>
            <a:ln w="25200" cap="flat">
              <a:solidFill>
                <a:srgbClr val="211F1A"/>
              </a:solidFill>
              <a:prstDash val="solid"/>
              <a:round/>
            </a:ln>
          </p:spPr>
        </p:sp>
        <p:sp>
          <p:nvSpPr>
            <p:cNvPr id="23" name="legend:overlay:legend:label-territory"/>
            <p:cNvSpPr txBox="1"/>
            <p:nvPr/>
          </p:nvSpPr>
          <p:spPr>
            <a:xfrm>
              <a:off x="1003300" y="8712200"/>
              <a:ext cx="18542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ru-RU" sz="1000" b="0" i="0" dirty="0">
                  <a:solidFill>
                    <a:srgbClr val="211F1A"/>
                  </a:solidFill>
                  <a:latin typeface="Open Sans"/>
                </a:rPr>
                <a:t>Граница проекта планировки</a:t>
              </a:r>
            </a:p>
          </p:txBody>
        </p:sp>
      </p:grpSp>
      <p:grpSp>
        <p:nvGrpSpPr>
          <p:cNvPr id="61" name="image_1:overlay"/>
          <p:cNvGrpSpPr/>
          <p:nvPr/>
        </p:nvGrpSpPr>
        <p:grpSpPr>
          <a:xfrm>
            <a:off x="5334000" y="2133600"/>
            <a:ext cx="9067800" cy="6756400"/>
            <a:chOff x="5334000" y="2133600"/>
            <a:chExt cx="9067800" cy="6756400"/>
          </a:xfrm>
        </p:grpSpPr>
        <p:grpSp>
          <p:nvGrpSpPr>
            <p:cNvPr id="26" name="image_1:overlay:territory"/>
            <p:cNvGrpSpPr/>
            <p:nvPr/>
          </p:nvGrpSpPr>
          <p:grpSpPr>
            <a:xfrm>
              <a:off x="8280400" y="4114800"/>
              <a:ext cx="2832100" cy="2146300"/>
              <a:chOff x="8280400" y="4114800"/>
              <a:chExt cx="2832100" cy="2146300"/>
            </a:xfrm>
          </p:grpSpPr>
          <p:sp>
            <p:nvSpPr>
              <p:cNvPr id="25" name="image_1:overlay:territory:boundary_planning:ga9cdffac6b20"/>
              <p:cNvSpPr/>
              <p:nvPr/>
            </p:nvSpPr>
            <p:spPr>
              <a:xfrm>
                <a:off x="8280400" y="4114800"/>
                <a:ext cx="2832100" cy="2146300"/>
              </a:xfrm>
              <a:custGeom>
                <a:avLst/>
                <a:gdLst/>
                <a:ahLst/>
                <a:cxnLst/>
                <a:rect l="0" t="0" r="r" b="b"/>
                <a:pathLst>
                  <a:path w="2832100" h="2146300" fill="none">
                    <a:moveTo>
                      <a:pt x="1384400" y="2145480"/>
                    </a:moveTo>
                    <a:lnTo>
                      <a:pt x="2802440" y="1341240"/>
                    </a:lnTo>
                    <a:lnTo>
                      <a:pt x="2825120" y="1218120"/>
                    </a:lnTo>
                    <a:lnTo>
                      <a:pt x="2206280" y="637440"/>
                    </a:lnTo>
                    <a:lnTo>
                      <a:pt x="1517600" y="5280"/>
                    </a:lnTo>
                    <a:lnTo>
                      <a:pt x="3080" y="860640"/>
                    </a:lnTo>
                    <a:close/>
                  </a:path>
                </a:pathLst>
              </a:custGeom>
              <a:noFill/>
              <a:ln w="25200" cap="flat">
                <a:solidFill>
                  <a:srgbClr val="211F1A"/>
                </a:solidFill>
                <a:prstDash val="solid"/>
                <a:round/>
              </a:ln>
            </p:spPr>
          </p:sp>
        </p:grpSp>
        <p:grpSp>
          <p:nvGrpSpPr>
            <p:cNvPr id="28" name="image_1:overlay:reach_walk"/>
            <p:cNvGrpSpPr/>
            <p:nvPr/>
          </p:nvGrpSpPr>
          <p:grpSpPr>
            <a:xfrm>
              <a:off x="6477000" y="2324100"/>
              <a:ext cx="6781800" cy="6375400"/>
              <a:chOff x="6477000" y="2324100"/>
              <a:chExt cx="6781800" cy="6375400"/>
            </a:xfrm>
          </p:grpSpPr>
          <p:sp>
            <p:nvSpPr>
              <p:cNvPr id="27" name="image_1:overlay:reach_walk:isochrones:walk-10-boundary_planning-ga9cdffac6b20"/>
              <p:cNvSpPr/>
              <p:nvPr/>
            </p:nvSpPr>
            <p:spPr>
              <a:xfrm>
                <a:off x="6477000" y="2324100"/>
                <a:ext cx="6781800" cy="6375400"/>
              </a:xfrm>
              <a:custGeom>
                <a:avLst/>
                <a:gdLst/>
                <a:ahLst/>
                <a:cxnLst/>
                <a:rect l="0" t="0" r="r" b="b"/>
                <a:pathLst>
                  <a:path w="6781800" h="6375400" fill="none">
                    <a:moveTo>
                      <a:pt x="36360" y="1929540"/>
                    </a:moveTo>
                    <a:lnTo>
                      <a:pt x="43560" y="1975980"/>
                    </a:lnTo>
                    <a:lnTo>
                      <a:pt x="69840" y="2019900"/>
                    </a:lnTo>
                    <a:lnTo>
                      <a:pt x="88920" y="2037180"/>
                    </a:lnTo>
                    <a:lnTo>
                      <a:pt x="110880" y="2050140"/>
                    </a:lnTo>
                    <a:lnTo>
                      <a:pt x="160560" y="2062740"/>
                    </a:lnTo>
                    <a:lnTo>
                      <a:pt x="186120" y="2061300"/>
                    </a:lnTo>
                    <a:lnTo>
                      <a:pt x="220680" y="2050500"/>
                    </a:lnTo>
                    <a:lnTo>
                      <a:pt x="567000" y="2294220"/>
                    </a:lnTo>
                    <a:lnTo>
                      <a:pt x="375480" y="2676900"/>
                    </a:lnTo>
                    <a:lnTo>
                      <a:pt x="331200" y="2684100"/>
                    </a:lnTo>
                    <a:lnTo>
                      <a:pt x="287640" y="2710740"/>
                    </a:lnTo>
                    <a:lnTo>
                      <a:pt x="270360" y="2729820"/>
                    </a:lnTo>
                    <a:lnTo>
                      <a:pt x="248760" y="2775900"/>
                    </a:lnTo>
                    <a:lnTo>
                      <a:pt x="246600" y="2827020"/>
                    </a:lnTo>
                    <a:lnTo>
                      <a:pt x="252720" y="2851860"/>
                    </a:lnTo>
                    <a:lnTo>
                      <a:pt x="280080" y="2896500"/>
                    </a:lnTo>
                    <a:lnTo>
                      <a:pt x="286560" y="2943300"/>
                    </a:lnTo>
                    <a:lnTo>
                      <a:pt x="297000" y="2966700"/>
                    </a:lnTo>
                    <a:lnTo>
                      <a:pt x="330840" y="3005220"/>
                    </a:lnTo>
                    <a:lnTo>
                      <a:pt x="376560" y="3027900"/>
                    </a:lnTo>
                    <a:lnTo>
                      <a:pt x="427320" y="3031500"/>
                    </a:lnTo>
                    <a:lnTo>
                      <a:pt x="492480" y="3010260"/>
                    </a:lnTo>
                    <a:lnTo>
                      <a:pt x="531720" y="2977500"/>
                    </a:lnTo>
                    <a:lnTo>
                      <a:pt x="555120" y="2932140"/>
                    </a:lnTo>
                    <a:lnTo>
                      <a:pt x="559800" y="2894340"/>
                    </a:lnTo>
                    <a:lnTo>
                      <a:pt x="787680" y="2438220"/>
                    </a:lnTo>
                    <a:lnTo>
                      <a:pt x="1017720" y="2584380"/>
                    </a:lnTo>
                    <a:lnTo>
                      <a:pt x="987840" y="2613180"/>
                    </a:lnTo>
                    <a:lnTo>
                      <a:pt x="974880" y="2635140"/>
                    </a:lnTo>
                    <a:lnTo>
                      <a:pt x="966240" y="2659260"/>
                    </a:lnTo>
                    <a:lnTo>
                      <a:pt x="963720" y="2710380"/>
                    </a:lnTo>
                    <a:lnTo>
                      <a:pt x="969840" y="2735220"/>
                    </a:lnTo>
                    <a:lnTo>
                      <a:pt x="996480" y="2778780"/>
                    </a:lnTo>
                    <a:lnTo>
                      <a:pt x="1015200" y="2796060"/>
                    </a:lnTo>
                    <a:lnTo>
                      <a:pt x="1056960" y="2818380"/>
                    </a:lnTo>
                    <a:lnTo>
                      <a:pt x="834480" y="3291780"/>
                    </a:lnTo>
                    <a:lnTo>
                      <a:pt x="755280" y="3252900"/>
                    </a:lnTo>
                    <a:lnTo>
                      <a:pt x="748800" y="3229500"/>
                    </a:lnTo>
                    <a:lnTo>
                      <a:pt x="749880" y="3176220"/>
                    </a:lnTo>
                    <a:lnTo>
                      <a:pt x="744120" y="3151380"/>
                    </a:lnTo>
                    <a:lnTo>
                      <a:pt x="718560" y="3107100"/>
                    </a:lnTo>
                    <a:lnTo>
                      <a:pt x="678240" y="3075780"/>
                    </a:lnTo>
                    <a:lnTo>
                      <a:pt x="628920" y="3062460"/>
                    </a:lnTo>
                    <a:lnTo>
                      <a:pt x="578160" y="3068940"/>
                    </a:lnTo>
                    <a:lnTo>
                      <a:pt x="554760" y="3079740"/>
                    </a:lnTo>
                    <a:lnTo>
                      <a:pt x="460440" y="3141660"/>
                    </a:lnTo>
                    <a:lnTo>
                      <a:pt x="419400" y="3198180"/>
                    </a:lnTo>
                    <a:lnTo>
                      <a:pt x="408960" y="3232740"/>
                    </a:lnTo>
                    <a:lnTo>
                      <a:pt x="381960" y="3280620"/>
                    </a:lnTo>
                    <a:lnTo>
                      <a:pt x="369360" y="3348660"/>
                    </a:lnTo>
                    <a:lnTo>
                      <a:pt x="377280" y="3445860"/>
                    </a:lnTo>
                    <a:lnTo>
                      <a:pt x="394200" y="3505260"/>
                    </a:lnTo>
                    <a:lnTo>
                      <a:pt x="425160" y="3545940"/>
                    </a:lnTo>
                    <a:lnTo>
                      <a:pt x="445680" y="3561060"/>
                    </a:lnTo>
                    <a:lnTo>
                      <a:pt x="493920" y="3577980"/>
                    </a:lnTo>
                    <a:lnTo>
                      <a:pt x="545040" y="3575100"/>
                    </a:lnTo>
                    <a:lnTo>
                      <a:pt x="591120" y="3552780"/>
                    </a:lnTo>
                    <a:lnTo>
                      <a:pt x="653760" y="3494820"/>
                    </a:lnTo>
                    <a:lnTo>
                      <a:pt x="723240" y="3529020"/>
                    </a:lnTo>
                    <a:lnTo>
                      <a:pt x="571680" y="3858060"/>
                    </a:lnTo>
                    <a:lnTo>
                      <a:pt x="569520" y="3908820"/>
                    </a:lnTo>
                    <a:lnTo>
                      <a:pt x="586800" y="3957060"/>
                    </a:lnTo>
                    <a:lnTo>
                      <a:pt x="602280" y="3977580"/>
                    </a:lnTo>
                    <a:lnTo>
                      <a:pt x="643320" y="4007820"/>
                    </a:lnTo>
                    <a:lnTo>
                      <a:pt x="693000" y="4020060"/>
                    </a:lnTo>
                    <a:lnTo>
                      <a:pt x="743400" y="4012500"/>
                    </a:lnTo>
                    <a:lnTo>
                      <a:pt x="787320" y="3985860"/>
                    </a:lnTo>
                    <a:lnTo>
                      <a:pt x="817560" y="3944820"/>
                    </a:lnTo>
                    <a:lnTo>
                      <a:pt x="959760" y="3640980"/>
                    </a:lnTo>
                    <a:lnTo>
                      <a:pt x="1779120" y="4023660"/>
                    </a:lnTo>
                    <a:lnTo>
                      <a:pt x="1630080" y="4370340"/>
                    </a:lnTo>
                    <a:lnTo>
                      <a:pt x="1548000" y="4333620"/>
                    </a:lnTo>
                    <a:lnTo>
                      <a:pt x="1629360" y="4162980"/>
                    </a:lnTo>
                    <a:lnTo>
                      <a:pt x="1632600" y="4112220"/>
                    </a:lnTo>
                    <a:lnTo>
                      <a:pt x="1626840" y="4087020"/>
                    </a:lnTo>
                    <a:lnTo>
                      <a:pt x="1616400" y="4063620"/>
                    </a:lnTo>
                    <a:lnTo>
                      <a:pt x="1582560" y="4025460"/>
                    </a:lnTo>
                    <a:lnTo>
                      <a:pt x="1536840" y="4002780"/>
                    </a:lnTo>
                    <a:lnTo>
                      <a:pt x="1486080" y="3999180"/>
                    </a:lnTo>
                    <a:lnTo>
                      <a:pt x="1460880" y="4004940"/>
                    </a:lnTo>
                    <a:lnTo>
                      <a:pt x="1416600" y="4030500"/>
                    </a:lnTo>
                    <a:lnTo>
                      <a:pt x="1380240" y="4081980"/>
                    </a:lnTo>
                    <a:lnTo>
                      <a:pt x="1347840" y="4067580"/>
                    </a:lnTo>
                    <a:lnTo>
                      <a:pt x="1322280" y="4063260"/>
                    </a:lnTo>
                    <a:lnTo>
                      <a:pt x="1271880" y="4069740"/>
                    </a:lnTo>
                    <a:lnTo>
                      <a:pt x="1248480" y="4080540"/>
                    </a:lnTo>
                    <a:lnTo>
                      <a:pt x="1209960" y="4114020"/>
                    </a:lnTo>
                    <a:lnTo>
                      <a:pt x="1161360" y="4206180"/>
                    </a:lnTo>
                    <a:lnTo>
                      <a:pt x="1097640" y="4196460"/>
                    </a:lnTo>
                    <a:lnTo>
                      <a:pt x="1072440" y="4198980"/>
                    </a:lnTo>
                    <a:lnTo>
                      <a:pt x="1025280" y="4218780"/>
                    </a:lnTo>
                    <a:lnTo>
                      <a:pt x="1005480" y="4234980"/>
                    </a:lnTo>
                    <a:lnTo>
                      <a:pt x="989280" y="4255140"/>
                    </a:lnTo>
                    <a:lnTo>
                      <a:pt x="969840" y="4302300"/>
                    </a:lnTo>
                    <a:lnTo>
                      <a:pt x="970200" y="4353420"/>
                    </a:lnTo>
                    <a:lnTo>
                      <a:pt x="978120" y="4378980"/>
                    </a:lnTo>
                    <a:lnTo>
                      <a:pt x="947160" y="4396260"/>
                    </a:lnTo>
                    <a:lnTo>
                      <a:pt x="914040" y="4435140"/>
                    </a:lnTo>
                    <a:lnTo>
                      <a:pt x="903600" y="4458540"/>
                    </a:lnTo>
                    <a:lnTo>
                      <a:pt x="897480" y="4509300"/>
                    </a:lnTo>
                    <a:lnTo>
                      <a:pt x="911160" y="4558620"/>
                    </a:lnTo>
                    <a:lnTo>
                      <a:pt x="942840" y="4598580"/>
                    </a:lnTo>
                    <a:lnTo>
                      <a:pt x="963720" y="4613340"/>
                    </a:lnTo>
                    <a:lnTo>
                      <a:pt x="1018800" y="4634220"/>
                    </a:lnTo>
                    <a:lnTo>
                      <a:pt x="1004400" y="4691100"/>
                    </a:lnTo>
                    <a:lnTo>
                      <a:pt x="1009440" y="4742220"/>
                    </a:lnTo>
                    <a:lnTo>
                      <a:pt x="1033560" y="4787220"/>
                    </a:lnTo>
                    <a:lnTo>
                      <a:pt x="1073160" y="4819620"/>
                    </a:lnTo>
                    <a:lnTo>
                      <a:pt x="1121760" y="4834380"/>
                    </a:lnTo>
                    <a:lnTo>
                      <a:pt x="1147680" y="4834380"/>
                    </a:lnTo>
                    <a:lnTo>
                      <a:pt x="1196280" y="4819260"/>
                    </a:lnTo>
                    <a:lnTo>
                      <a:pt x="1235880" y="4786860"/>
                    </a:lnTo>
                    <a:lnTo>
                      <a:pt x="1250280" y="4765620"/>
                    </a:lnTo>
                    <a:lnTo>
                      <a:pt x="1267920" y="4715580"/>
                    </a:lnTo>
                    <a:lnTo>
                      <a:pt x="1444680" y="4773540"/>
                    </a:lnTo>
                    <a:lnTo>
                      <a:pt x="1229040" y="5189700"/>
                    </a:lnTo>
                    <a:lnTo>
                      <a:pt x="1196280" y="5226420"/>
                    </a:lnTo>
                    <a:lnTo>
                      <a:pt x="1185120" y="5249820"/>
                    </a:lnTo>
                    <a:lnTo>
                      <a:pt x="1177920" y="5300220"/>
                    </a:lnTo>
                    <a:lnTo>
                      <a:pt x="1190520" y="5349900"/>
                    </a:lnTo>
                    <a:lnTo>
                      <a:pt x="1203840" y="5371860"/>
                    </a:lnTo>
                    <a:lnTo>
                      <a:pt x="1245240" y="5416140"/>
                    </a:lnTo>
                    <a:lnTo>
                      <a:pt x="1291320" y="5437740"/>
                    </a:lnTo>
                    <a:lnTo>
                      <a:pt x="1316880" y="5441700"/>
                    </a:lnTo>
                    <a:lnTo>
                      <a:pt x="1366200" y="5434500"/>
                    </a:lnTo>
                    <a:lnTo>
                      <a:pt x="1936800" y="5520900"/>
                    </a:lnTo>
                    <a:lnTo>
                      <a:pt x="2038320" y="6045060"/>
                    </a:lnTo>
                    <a:lnTo>
                      <a:pt x="2045520" y="6069900"/>
                    </a:lnTo>
                    <a:lnTo>
                      <a:pt x="2073600" y="6112380"/>
                    </a:lnTo>
                    <a:lnTo>
                      <a:pt x="2116080" y="6140820"/>
                    </a:lnTo>
                    <a:lnTo>
                      <a:pt x="2166120" y="6151260"/>
                    </a:lnTo>
                    <a:lnTo>
                      <a:pt x="2216160" y="6141540"/>
                    </a:lnTo>
                    <a:lnTo>
                      <a:pt x="2259000" y="6113100"/>
                    </a:lnTo>
                    <a:lnTo>
                      <a:pt x="2287440" y="6070980"/>
                    </a:lnTo>
                    <a:lnTo>
                      <a:pt x="2297520" y="6020940"/>
                    </a:lnTo>
                    <a:lnTo>
                      <a:pt x="2268720" y="5857500"/>
                    </a:lnTo>
                    <a:lnTo>
                      <a:pt x="2294640" y="5894220"/>
                    </a:lnTo>
                    <a:lnTo>
                      <a:pt x="2314800" y="5910060"/>
                    </a:lnTo>
                    <a:lnTo>
                      <a:pt x="2337480" y="5921940"/>
                    </a:lnTo>
                    <a:lnTo>
                      <a:pt x="2387880" y="5930940"/>
                    </a:lnTo>
                    <a:lnTo>
                      <a:pt x="2437560" y="5920140"/>
                    </a:lnTo>
                    <a:lnTo>
                      <a:pt x="2460240" y="5907900"/>
                    </a:lnTo>
                    <a:lnTo>
                      <a:pt x="2495520" y="5871180"/>
                    </a:lnTo>
                    <a:lnTo>
                      <a:pt x="2514600" y="5823660"/>
                    </a:lnTo>
                    <a:lnTo>
                      <a:pt x="2516400" y="5798100"/>
                    </a:lnTo>
                    <a:lnTo>
                      <a:pt x="2477880" y="5606580"/>
                    </a:lnTo>
                    <a:lnTo>
                      <a:pt x="2727720" y="5644740"/>
                    </a:lnTo>
                    <a:lnTo>
                      <a:pt x="2745000" y="5915100"/>
                    </a:lnTo>
                    <a:lnTo>
                      <a:pt x="2629440" y="5934180"/>
                    </a:lnTo>
                    <a:lnTo>
                      <a:pt x="2585520" y="5960460"/>
                    </a:lnTo>
                    <a:lnTo>
                      <a:pt x="2554920" y="6001140"/>
                    </a:lnTo>
                    <a:lnTo>
                      <a:pt x="2546280" y="6025260"/>
                    </a:lnTo>
                    <a:lnTo>
                      <a:pt x="2543400" y="6076380"/>
                    </a:lnTo>
                    <a:lnTo>
                      <a:pt x="2560680" y="6124620"/>
                    </a:lnTo>
                    <a:lnTo>
                      <a:pt x="2594880" y="6162420"/>
                    </a:lnTo>
                    <a:lnTo>
                      <a:pt x="2616840" y="6175740"/>
                    </a:lnTo>
                    <a:lnTo>
                      <a:pt x="2666160" y="6188340"/>
                    </a:lnTo>
                    <a:lnTo>
                      <a:pt x="2775960" y="6175020"/>
                    </a:lnTo>
                    <a:lnTo>
                      <a:pt x="2797200" y="6283380"/>
                    </a:lnTo>
                    <a:lnTo>
                      <a:pt x="2808720" y="6306420"/>
                    </a:lnTo>
                    <a:lnTo>
                      <a:pt x="2844000" y="6343140"/>
                    </a:lnTo>
                    <a:lnTo>
                      <a:pt x="2890440" y="6364020"/>
                    </a:lnTo>
                    <a:lnTo>
                      <a:pt x="2916000" y="6367260"/>
                    </a:lnTo>
                    <a:lnTo>
                      <a:pt x="2966400" y="6358620"/>
                    </a:lnTo>
                    <a:lnTo>
                      <a:pt x="2989440" y="6347100"/>
                    </a:lnTo>
                    <a:lnTo>
                      <a:pt x="3026160" y="6311820"/>
                    </a:lnTo>
                    <a:lnTo>
                      <a:pt x="3047040" y="6265020"/>
                    </a:lnTo>
                    <a:lnTo>
                      <a:pt x="3048480" y="6213900"/>
                    </a:lnTo>
                    <a:lnTo>
                      <a:pt x="3034800" y="6136140"/>
                    </a:lnTo>
                    <a:lnTo>
                      <a:pt x="3112920" y="6123900"/>
                    </a:lnTo>
                    <a:lnTo>
                      <a:pt x="3147840" y="6112740"/>
                    </a:lnTo>
                    <a:lnTo>
                      <a:pt x="3231720" y="6105540"/>
                    </a:lnTo>
                    <a:lnTo>
                      <a:pt x="3236760" y="6178980"/>
                    </a:lnTo>
                    <a:lnTo>
                      <a:pt x="3245040" y="6203100"/>
                    </a:lnTo>
                    <a:lnTo>
                      <a:pt x="3258000" y="6225420"/>
                    </a:lnTo>
                    <a:lnTo>
                      <a:pt x="3295440" y="6260340"/>
                    </a:lnTo>
                    <a:lnTo>
                      <a:pt x="3318480" y="6271500"/>
                    </a:lnTo>
                    <a:lnTo>
                      <a:pt x="3368880" y="6279780"/>
                    </a:lnTo>
                    <a:lnTo>
                      <a:pt x="3418560" y="6268260"/>
                    </a:lnTo>
                    <a:lnTo>
                      <a:pt x="3459960" y="6238380"/>
                    </a:lnTo>
                    <a:lnTo>
                      <a:pt x="3486960" y="6194820"/>
                    </a:lnTo>
                    <a:lnTo>
                      <a:pt x="3495240" y="6144420"/>
                    </a:lnTo>
                    <a:lnTo>
                      <a:pt x="3492360" y="6067380"/>
                    </a:lnTo>
                    <a:lnTo>
                      <a:pt x="3569040" y="6057300"/>
                    </a:lnTo>
                    <a:lnTo>
                      <a:pt x="3617280" y="6040740"/>
                    </a:lnTo>
                    <a:lnTo>
                      <a:pt x="3655440" y="6006900"/>
                    </a:lnTo>
                    <a:lnTo>
                      <a:pt x="3678120" y="5960820"/>
                    </a:lnTo>
                    <a:lnTo>
                      <a:pt x="3681360" y="5910060"/>
                    </a:lnTo>
                    <a:lnTo>
                      <a:pt x="3664800" y="5861460"/>
                    </a:lnTo>
                    <a:lnTo>
                      <a:pt x="3649680" y="5840940"/>
                    </a:lnTo>
                    <a:lnTo>
                      <a:pt x="3630960" y="5823300"/>
                    </a:lnTo>
                    <a:lnTo>
                      <a:pt x="3584880" y="5800980"/>
                    </a:lnTo>
                    <a:lnTo>
                      <a:pt x="3559680" y="5796660"/>
                    </a:lnTo>
                    <a:lnTo>
                      <a:pt x="3506400" y="5801340"/>
                    </a:lnTo>
                    <a:lnTo>
                      <a:pt x="3509640" y="5771820"/>
                    </a:lnTo>
                    <a:lnTo>
                      <a:pt x="3713040" y="5798820"/>
                    </a:lnTo>
                    <a:lnTo>
                      <a:pt x="3720960" y="5833380"/>
                    </a:lnTo>
                    <a:lnTo>
                      <a:pt x="3732840" y="5856060"/>
                    </a:lnTo>
                    <a:lnTo>
                      <a:pt x="3785760" y="5912580"/>
                    </a:lnTo>
                    <a:lnTo>
                      <a:pt x="3831480" y="5935620"/>
                    </a:lnTo>
                    <a:lnTo>
                      <a:pt x="3894840" y="5949660"/>
                    </a:lnTo>
                    <a:lnTo>
                      <a:pt x="3945960" y="5949660"/>
                    </a:lnTo>
                    <a:lnTo>
                      <a:pt x="3970440" y="5942100"/>
                    </a:lnTo>
                    <a:lnTo>
                      <a:pt x="4012920" y="5913660"/>
                    </a:lnTo>
                    <a:lnTo>
                      <a:pt x="4037760" y="5877300"/>
                    </a:lnTo>
                    <a:lnTo>
                      <a:pt x="4077000" y="5866140"/>
                    </a:lnTo>
                    <a:lnTo>
                      <a:pt x="4117680" y="5835540"/>
                    </a:lnTo>
                    <a:lnTo>
                      <a:pt x="4143600" y="5791260"/>
                    </a:lnTo>
                    <a:lnTo>
                      <a:pt x="4150800" y="5740860"/>
                    </a:lnTo>
                    <a:lnTo>
                      <a:pt x="4138200" y="5691540"/>
                    </a:lnTo>
                    <a:lnTo>
                      <a:pt x="4124880" y="5669580"/>
                    </a:lnTo>
                    <a:lnTo>
                      <a:pt x="4093200" y="5640060"/>
                    </a:lnTo>
                    <a:lnTo>
                      <a:pt x="4304160" y="5215980"/>
                    </a:lnTo>
                    <a:lnTo>
                      <a:pt x="4465800" y="5290860"/>
                    </a:lnTo>
                    <a:lnTo>
                      <a:pt x="4426200" y="5316780"/>
                    </a:lnTo>
                    <a:lnTo>
                      <a:pt x="4394520" y="5350260"/>
                    </a:lnTo>
                    <a:lnTo>
                      <a:pt x="4373640" y="5396700"/>
                    </a:lnTo>
                    <a:lnTo>
                      <a:pt x="4372200" y="5447820"/>
                    </a:lnTo>
                    <a:lnTo>
                      <a:pt x="4379040" y="5472660"/>
                    </a:lnTo>
                    <a:lnTo>
                      <a:pt x="4406400" y="5515860"/>
                    </a:lnTo>
                    <a:lnTo>
                      <a:pt x="4447800" y="5545380"/>
                    </a:lnTo>
                    <a:lnTo>
                      <a:pt x="4497840" y="5556540"/>
                    </a:lnTo>
                    <a:lnTo>
                      <a:pt x="4564080" y="5546460"/>
                    </a:lnTo>
                    <a:lnTo>
                      <a:pt x="4646880" y="5493180"/>
                    </a:lnTo>
                    <a:lnTo>
                      <a:pt x="4698360" y="5484900"/>
                    </a:lnTo>
                    <a:lnTo>
                      <a:pt x="4743360" y="5469060"/>
                    </a:lnTo>
                    <a:lnTo>
                      <a:pt x="4779000" y="5438100"/>
                    </a:lnTo>
                    <a:lnTo>
                      <a:pt x="4844160" y="5469060"/>
                    </a:lnTo>
                    <a:lnTo>
                      <a:pt x="4873320" y="5502900"/>
                    </a:lnTo>
                    <a:lnTo>
                      <a:pt x="4894920" y="5516940"/>
                    </a:lnTo>
                    <a:lnTo>
                      <a:pt x="4943880" y="5531340"/>
                    </a:lnTo>
                    <a:lnTo>
                      <a:pt x="4994640" y="5525580"/>
                    </a:lnTo>
                    <a:lnTo>
                      <a:pt x="5047200" y="5498580"/>
                    </a:lnTo>
                    <a:lnTo>
                      <a:pt x="5086080" y="5460060"/>
                    </a:lnTo>
                    <a:lnTo>
                      <a:pt x="5121720" y="5457900"/>
                    </a:lnTo>
                    <a:lnTo>
                      <a:pt x="5213160" y="5426940"/>
                    </a:lnTo>
                    <a:lnTo>
                      <a:pt x="5250600" y="5392740"/>
                    </a:lnTo>
                    <a:lnTo>
                      <a:pt x="5265360" y="5366460"/>
                    </a:lnTo>
                    <a:lnTo>
                      <a:pt x="5320440" y="5390580"/>
                    </a:lnTo>
                    <a:lnTo>
                      <a:pt x="5346000" y="5394540"/>
                    </a:lnTo>
                    <a:lnTo>
                      <a:pt x="5371560" y="5393820"/>
                    </a:lnTo>
                    <a:lnTo>
                      <a:pt x="5410800" y="5381220"/>
                    </a:lnTo>
                    <a:lnTo>
                      <a:pt x="5461560" y="5393820"/>
                    </a:lnTo>
                    <a:lnTo>
                      <a:pt x="5493960" y="5390580"/>
                    </a:lnTo>
                    <a:lnTo>
                      <a:pt x="5510160" y="5414340"/>
                    </a:lnTo>
                    <a:lnTo>
                      <a:pt x="5550120" y="5446020"/>
                    </a:lnTo>
                    <a:lnTo>
                      <a:pt x="5599440" y="5459700"/>
                    </a:lnTo>
                    <a:lnTo>
                      <a:pt x="5650200" y="5453580"/>
                    </a:lnTo>
                    <a:lnTo>
                      <a:pt x="5694480" y="5428740"/>
                    </a:lnTo>
                    <a:lnTo>
                      <a:pt x="5712480" y="5410020"/>
                    </a:lnTo>
                    <a:lnTo>
                      <a:pt x="5850000" y="5145420"/>
                    </a:lnTo>
                    <a:lnTo>
                      <a:pt x="5983920" y="5294820"/>
                    </a:lnTo>
                    <a:lnTo>
                      <a:pt x="5995440" y="5320020"/>
                    </a:lnTo>
                    <a:lnTo>
                      <a:pt x="6030000" y="5357820"/>
                    </a:lnTo>
                    <a:lnTo>
                      <a:pt x="6076080" y="5379780"/>
                    </a:lnTo>
                    <a:lnTo>
                      <a:pt x="6101640" y="5383380"/>
                    </a:lnTo>
                    <a:lnTo>
                      <a:pt x="6152040" y="5375820"/>
                    </a:lnTo>
                    <a:lnTo>
                      <a:pt x="6175080" y="5365020"/>
                    </a:lnTo>
                    <a:lnTo>
                      <a:pt x="6212880" y="5330460"/>
                    </a:lnTo>
                    <a:lnTo>
                      <a:pt x="6226200" y="5308500"/>
                    </a:lnTo>
                    <a:lnTo>
                      <a:pt x="6238440" y="5258820"/>
                    </a:lnTo>
                    <a:lnTo>
                      <a:pt x="6233040" y="5206980"/>
                    </a:lnTo>
                    <a:lnTo>
                      <a:pt x="6195240" y="5024820"/>
                    </a:lnTo>
                    <a:lnTo>
                      <a:pt x="6346800" y="4997820"/>
                    </a:lnTo>
                    <a:lnTo>
                      <a:pt x="6394320" y="4979100"/>
                    </a:lnTo>
                    <a:lnTo>
                      <a:pt x="6431040" y="4943460"/>
                    </a:lnTo>
                    <a:lnTo>
                      <a:pt x="6451560" y="4896660"/>
                    </a:lnTo>
                    <a:lnTo>
                      <a:pt x="6454440" y="4871460"/>
                    </a:lnTo>
                    <a:lnTo>
                      <a:pt x="6445440" y="4821060"/>
                    </a:lnTo>
                    <a:lnTo>
                      <a:pt x="6433920" y="4798020"/>
                    </a:lnTo>
                    <a:lnTo>
                      <a:pt x="6398640" y="4761300"/>
                    </a:lnTo>
                    <a:lnTo>
                      <a:pt x="6375960" y="4748700"/>
                    </a:lnTo>
                    <a:lnTo>
                      <a:pt x="6351840" y="4740780"/>
                    </a:lnTo>
                    <a:lnTo>
                      <a:pt x="6300720" y="4740060"/>
                    </a:lnTo>
                    <a:lnTo>
                      <a:pt x="6143040" y="4768140"/>
                    </a:lnTo>
                    <a:lnTo>
                      <a:pt x="6136200" y="4732860"/>
                    </a:lnTo>
                    <a:lnTo>
                      <a:pt x="6608520" y="4654380"/>
                    </a:lnTo>
                    <a:lnTo>
                      <a:pt x="6652080" y="4627380"/>
                    </a:lnTo>
                    <a:lnTo>
                      <a:pt x="6681960" y="4585980"/>
                    </a:lnTo>
                    <a:lnTo>
                      <a:pt x="6693840" y="4536300"/>
                    </a:lnTo>
                    <a:lnTo>
                      <a:pt x="6692400" y="4510740"/>
                    </a:lnTo>
                    <a:lnTo>
                      <a:pt x="6677280" y="4468260"/>
                    </a:lnTo>
                    <a:lnTo>
                      <a:pt x="6701400" y="4436940"/>
                    </a:lnTo>
                    <a:lnTo>
                      <a:pt x="6716520" y="4387980"/>
                    </a:lnTo>
                    <a:lnTo>
                      <a:pt x="6711840" y="4337220"/>
                    </a:lnTo>
                    <a:lnTo>
                      <a:pt x="6692040" y="4298340"/>
                    </a:lnTo>
                    <a:lnTo>
                      <a:pt x="6728760" y="4275300"/>
                    </a:lnTo>
                    <a:lnTo>
                      <a:pt x="6746040" y="4256220"/>
                    </a:lnTo>
                    <a:lnTo>
                      <a:pt x="6759360" y="4234260"/>
                    </a:lnTo>
                    <a:lnTo>
                      <a:pt x="6771960" y="4184940"/>
                    </a:lnTo>
                    <a:lnTo>
                      <a:pt x="6770520" y="4142100"/>
                    </a:lnTo>
                    <a:lnTo>
                      <a:pt x="6752520" y="4094220"/>
                    </a:lnTo>
                    <a:lnTo>
                      <a:pt x="6717600" y="4057140"/>
                    </a:lnTo>
                    <a:lnTo>
                      <a:pt x="6493320" y="3900180"/>
                    </a:lnTo>
                    <a:lnTo>
                      <a:pt x="6423840" y="3883620"/>
                    </a:lnTo>
                    <a:lnTo>
                      <a:pt x="6338520" y="3883620"/>
                    </a:lnTo>
                    <a:lnTo>
                      <a:pt x="6178680" y="3741420"/>
                    </a:lnTo>
                    <a:lnTo>
                      <a:pt x="5855400" y="3475020"/>
                    </a:lnTo>
                    <a:lnTo>
                      <a:pt x="5499720" y="3041580"/>
                    </a:lnTo>
                    <a:lnTo>
                      <a:pt x="5422320" y="2931780"/>
                    </a:lnTo>
                    <a:lnTo>
                      <a:pt x="6167880" y="3557820"/>
                    </a:lnTo>
                    <a:lnTo>
                      <a:pt x="6248520" y="3632340"/>
                    </a:lnTo>
                    <a:lnTo>
                      <a:pt x="6295680" y="3651420"/>
                    </a:lnTo>
                    <a:lnTo>
                      <a:pt x="6346800" y="3650340"/>
                    </a:lnTo>
                    <a:lnTo>
                      <a:pt x="6393960" y="3630180"/>
                    </a:lnTo>
                    <a:lnTo>
                      <a:pt x="6429240" y="3593460"/>
                    </a:lnTo>
                    <a:lnTo>
                      <a:pt x="6448320" y="3545940"/>
                    </a:lnTo>
                    <a:lnTo>
                      <a:pt x="6447240" y="3495180"/>
                    </a:lnTo>
                    <a:lnTo>
                      <a:pt x="6427080" y="3448020"/>
                    </a:lnTo>
                    <a:lnTo>
                      <a:pt x="6387120" y="3405900"/>
                    </a:lnTo>
                    <a:lnTo>
                      <a:pt x="6403320" y="3382140"/>
                    </a:lnTo>
                    <a:lnTo>
                      <a:pt x="6417000" y="3332820"/>
                    </a:lnTo>
                    <a:lnTo>
                      <a:pt x="6410880" y="3282060"/>
                    </a:lnTo>
                    <a:lnTo>
                      <a:pt x="6386040" y="3237780"/>
                    </a:lnTo>
                    <a:lnTo>
                      <a:pt x="6270480" y="3143460"/>
                    </a:lnTo>
                    <a:lnTo>
                      <a:pt x="5655240" y="2691300"/>
                    </a:lnTo>
                    <a:lnTo>
                      <a:pt x="5445000" y="2514900"/>
                    </a:lnTo>
                    <a:lnTo>
                      <a:pt x="5398920" y="2382780"/>
                    </a:lnTo>
                    <a:lnTo>
                      <a:pt x="5476320" y="2065620"/>
                    </a:lnTo>
                    <a:lnTo>
                      <a:pt x="5496120" y="1860060"/>
                    </a:lnTo>
                    <a:lnTo>
                      <a:pt x="5493240" y="1792740"/>
                    </a:lnTo>
                    <a:lnTo>
                      <a:pt x="5473800" y="1671060"/>
                    </a:lnTo>
                    <a:lnTo>
                      <a:pt x="5453640" y="1628220"/>
                    </a:lnTo>
                    <a:lnTo>
                      <a:pt x="5417280" y="1593300"/>
                    </a:lnTo>
                    <a:lnTo>
                      <a:pt x="5406480" y="1545420"/>
                    </a:lnTo>
                    <a:lnTo>
                      <a:pt x="5256360" y="1207380"/>
                    </a:lnTo>
                    <a:lnTo>
                      <a:pt x="5031720" y="653700"/>
                    </a:lnTo>
                    <a:lnTo>
                      <a:pt x="4993560" y="597900"/>
                    </a:lnTo>
                    <a:lnTo>
                      <a:pt x="4890960" y="337980"/>
                    </a:lnTo>
                    <a:lnTo>
                      <a:pt x="4862880" y="295500"/>
                    </a:lnTo>
                    <a:lnTo>
                      <a:pt x="4820400" y="266700"/>
                    </a:lnTo>
                    <a:lnTo>
                      <a:pt x="4795920" y="259140"/>
                    </a:lnTo>
                    <a:lnTo>
                      <a:pt x="4744800" y="259140"/>
                    </a:lnTo>
                    <a:lnTo>
                      <a:pt x="4697640" y="278220"/>
                    </a:lnTo>
                    <a:lnTo>
                      <a:pt x="4677840" y="294420"/>
                    </a:lnTo>
                    <a:lnTo>
                      <a:pt x="4649040" y="336900"/>
                    </a:lnTo>
                    <a:lnTo>
                      <a:pt x="4633560" y="377580"/>
                    </a:lnTo>
                    <a:lnTo>
                      <a:pt x="4627080" y="421860"/>
                    </a:lnTo>
                    <a:lnTo>
                      <a:pt x="4592880" y="429780"/>
                    </a:lnTo>
                    <a:lnTo>
                      <a:pt x="4570200" y="441660"/>
                    </a:lnTo>
                    <a:lnTo>
                      <a:pt x="4533840" y="477300"/>
                    </a:lnTo>
                    <a:lnTo>
                      <a:pt x="4513680" y="524100"/>
                    </a:lnTo>
                    <a:lnTo>
                      <a:pt x="4512960" y="575220"/>
                    </a:lnTo>
                    <a:lnTo>
                      <a:pt x="4532040" y="622740"/>
                    </a:lnTo>
                    <a:lnTo>
                      <a:pt x="4567680" y="659100"/>
                    </a:lnTo>
                    <a:lnTo>
                      <a:pt x="4672080" y="715260"/>
                    </a:lnTo>
                    <a:lnTo>
                      <a:pt x="4694760" y="721380"/>
                    </a:lnTo>
                    <a:lnTo>
                      <a:pt x="4762440" y="722820"/>
                    </a:lnTo>
                    <a:lnTo>
                      <a:pt x="4796640" y="770700"/>
                    </a:lnTo>
                    <a:lnTo>
                      <a:pt x="4993560" y="1255980"/>
                    </a:lnTo>
                    <a:lnTo>
                      <a:pt x="4980600" y="1284780"/>
                    </a:lnTo>
                    <a:lnTo>
                      <a:pt x="4946760" y="1235460"/>
                    </a:lnTo>
                    <a:lnTo>
                      <a:pt x="4902840" y="1208460"/>
                    </a:lnTo>
                    <a:lnTo>
                      <a:pt x="4877640" y="1202340"/>
                    </a:lnTo>
                    <a:lnTo>
                      <a:pt x="4826160" y="1204860"/>
                    </a:lnTo>
                    <a:lnTo>
                      <a:pt x="4691160" y="1266420"/>
                    </a:lnTo>
                    <a:lnTo>
                      <a:pt x="4665240" y="1201620"/>
                    </a:lnTo>
                    <a:lnTo>
                      <a:pt x="4684320" y="1170300"/>
                    </a:lnTo>
                    <a:lnTo>
                      <a:pt x="4691520" y="1145460"/>
                    </a:lnTo>
                    <a:lnTo>
                      <a:pt x="4691160" y="1094340"/>
                    </a:lnTo>
                    <a:lnTo>
                      <a:pt x="4683600" y="1069860"/>
                    </a:lnTo>
                    <a:lnTo>
                      <a:pt x="4654800" y="1027740"/>
                    </a:lnTo>
                    <a:lnTo>
                      <a:pt x="4634640" y="1011540"/>
                    </a:lnTo>
                    <a:lnTo>
                      <a:pt x="4583520" y="992100"/>
                    </a:lnTo>
                    <a:lnTo>
                      <a:pt x="4415400" y="549300"/>
                    </a:lnTo>
                    <a:lnTo>
                      <a:pt x="4438800" y="499260"/>
                    </a:lnTo>
                    <a:lnTo>
                      <a:pt x="4440240" y="448140"/>
                    </a:lnTo>
                    <a:lnTo>
                      <a:pt x="4422240" y="400620"/>
                    </a:lnTo>
                    <a:lnTo>
                      <a:pt x="4386960" y="363540"/>
                    </a:lnTo>
                    <a:lnTo>
                      <a:pt x="4364640" y="350580"/>
                    </a:lnTo>
                    <a:lnTo>
                      <a:pt x="4320360" y="340140"/>
                    </a:lnTo>
                    <a:lnTo>
                      <a:pt x="4282560" y="314580"/>
                    </a:lnTo>
                    <a:lnTo>
                      <a:pt x="4258080" y="307020"/>
                    </a:lnTo>
                    <a:lnTo>
                      <a:pt x="4219560" y="305220"/>
                    </a:lnTo>
                    <a:lnTo>
                      <a:pt x="4178880" y="287580"/>
                    </a:lnTo>
                    <a:lnTo>
                      <a:pt x="4153320" y="284340"/>
                    </a:lnTo>
                    <a:lnTo>
                      <a:pt x="4102920" y="292980"/>
                    </a:lnTo>
                    <a:lnTo>
                      <a:pt x="4059720" y="319980"/>
                    </a:lnTo>
                    <a:lnTo>
                      <a:pt x="4029840" y="361380"/>
                    </a:lnTo>
                    <a:lnTo>
                      <a:pt x="4018320" y="411420"/>
                    </a:lnTo>
                    <a:lnTo>
                      <a:pt x="4020120" y="436980"/>
                    </a:lnTo>
                    <a:lnTo>
                      <a:pt x="4037040" y="488100"/>
                    </a:lnTo>
                    <a:lnTo>
                      <a:pt x="3987720" y="508620"/>
                    </a:lnTo>
                    <a:lnTo>
                      <a:pt x="3967200" y="523740"/>
                    </a:lnTo>
                    <a:lnTo>
                      <a:pt x="3936960" y="565140"/>
                    </a:lnTo>
                    <a:lnTo>
                      <a:pt x="3924720" y="614460"/>
                    </a:lnTo>
                    <a:lnTo>
                      <a:pt x="3932280" y="665220"/>
                    </a:lnTo>
                    <a:lnTo>
                      <a:pt x="3958920" y="708780"/>
                    </a:lnTo>
                    <a:lnTo>
                      <a:pt x="3978000" y="726060"/>
                    </a:lnTo>
                    <a:lnTo>
                      <a:pt x="3999960" y="739020"/>
                    </a:lnTo>
                    <a:lnTo>
                      <a:pt x="4049640" y="751260"/>
                    </a:lnTo>
                    <a:lnTo>
                      <a:pt x="4075200" y="749820"/>
                    </a:lnTo>
                    <a:lnTo>
                      <a:pt x="4131360" y="732180"/>
                    </a:lnTo>
                    <a:lnTo>
                      <a:pt x="4322160" y="1219620"/>
                    </a:lnTo>
                    <a:lnTo>
                      <a:pt x="4467960" y="1554060"/>
                    </a:lnTo>
                    <a:lnTo>
                      <a:pt x="4323960" y="1632180"/>
                    </a:lnTo>
                    <a:lnTo>
                      <a:pt x="4226760" y="1550460"/>
                    </a:lnTo>
                    <a:lnTo>
                      <a:pt x="3800160" y="1287300"/>
                    </a:lnTo>
                    <a:lnTo>
                      <a:pt x="3789720" y="1237620"/>
                    </a:lnTo>
                    <a:lnTo>
                      <a:pt x="3656160" y="904260"/>
                    </a:lnTo>
                    <a:lnTo>
                      <a:pt x="3735000" y="872940"/>
                    </a:lnTo>
                    <a:lnTo>
                      <a:pt x="3772440" y="838740"/>
                    </a:lnTo>
                    <a:lnTo>
                      <a:pt x="3785760" y="816420"/>
                    </a:lnTo>
                    <a:lnTo>
                      <a:pt x="3794400" y="792300"/>
                    </a:lnTo>
                    <a:lnTo>
                      <a:pt x="3796560" y="741540"/>
                    </a:lnTo>
                    <a:lnTo>
                      <a:pt x="3779280" y="693300"/>
                    </a:lnTo>
                    <a:lnTo>
                      <a:pt x="3763800" y="672780"/>
                    </a:lnTo>
                    <a:lnTo>
                      <a:pt x="3722760" y="642540"/>
                    </a:lnTo>
                    <a:lnTo>
                      <a:pt x="3673080" y="630300"/>
                    </a:lnTo>
                    <a:lnTo>
                      <a:pt x="3622680" y="637860"/>
                    </a:lnTo>
                    <a:lnTo>
                      <a:pt x="3559680" y="659820"/>
                    </a:lnTo>
                    <a:lnTo>
                      <a:pt x="3523320" y="566220"/>
                    </a:lnTo>
                    <a:lnTo>
                      <a:pt x="3495960" y="523020"/>
                    </a:lnTo>
                    <a:lnTo>
                      <a:pt x="3454200" y="493860"/>
                    </a:lnTo>
                    <a:lnTo>
                      <a:pt x="3429720" y="485940"/>
                    </a:lnTo>
                    <a:lnTo>
                      <a:pt x="3378600" y="484860"/>
                    </a:lnTo>
                    <a:lnTo>
                      <a:pt x="3331080" y="503220"/>
                    </a:lnTo>
                    <a:lnTo>
                      <a:pt x="3294360" y="538500"/>
                    </a:lnTo>
                    <a:lnTo>
                      <a:pt x="3281760" y="560820"/>
                    </a:lnTo>
                    <a:lnTo>
                      <a:pt x="3270600" y="610500"/>
                    </a:lnTo>
                    <a:lnTo>
                      <a:pt x="3272400" y="636420"/>
                    </a:lnTo>
                    <a:lnTo>
                      <a:pt x="3295800" y="703020"/>
                    </a:lnTo>
                    <a:lnTo>
                      <a:pt x="3074760" y="750540"/>
                    </a:lnTo>
                    <a:lnTo>
                      <a:pt x="3002400" y="461820"/>
                    </a:lnTo>
                    <a:lnTo>
                      <a:pt x="2965320" y="282900"/>
                    </a:lnTo>
                    <a:lnTo>
                      <a:pt x="2924640" y="163740"/>
                    </a:lnTo>
                    <a:lnTo>
                      <a:pt x="2891160" y="124860"/>
                    </a:lnTo>
                    <a:lnTo>
                      <a:pt x="2869560" y="111180"/>
                    </a:lnTo>
                    <a:lnTo>
                      <a:pt x="2820240" y="97500"/>
                    </a:lnTo>
                    <a:lnTo>
                      <a:pt x="2790000" y="99300"/>
                    </a:lnTo>
                    <a:lnTo>
                      <a:pt x="2770200" y="60060"/>
                    </a:lnTo>
                    <a:lnTo>
                      <a:pt x="2752920" y="41340"/>
                    </a:lnTo>
                    <a:lnTo>
                      <a:pt x="2708640" y="15420"/>
                    </a:lnTo>
                    <a:lnTo>
                      <a:pt x="2658240" y="8220"/>
                    </a:lnTo>
                    <a:lnTo>
                      <a:pt x="2632680" y="12180"/>
                    </a:lnTo>
                    <a:lnTo>
                      <a:pt x="2551320" y="48900"/>
                    </a:lnTo>
                    <a:lnTo>
                      <a:pt x="2513880" y="32700"/>
                    </a:lnTo>
                    <a:lnTo>
                      <a:pt x="2488680" y="29100"/>
                    </a:lnTo>
                    <a:lnTo>
                      <a:pt x="2437920" y="36660"/>
                    </a:lnTo>
                    <a:lnTo>
                      <a:pt x="2414880" y="47820"/>
                    </a:lnTo>
                    <a:lnTo>
                      <a:pt x="2377440" y="82380"/>
                    </a:lnTo>
                    <a:lnTo>
                      <a:pt x="2364120" y="104340"/>
                    </a:lnTo>
                    <a:lnTo>
                      <a:pt x="2352960" y="148260"/>
                    </a:lnTo>
                    <a:lnTo>
                      <a:pt x="2316240" y="191820"/>
                    </a:lnTo>
                    <a:lnTo>
                      <a:pt x="2302200" y="241140"/>
                    </a:lnTo>
                    <a:lnTo>
                      <a:pt x="2305440" y="280020"/>
                    </a:lnTo>
                    <a:lnTo>
                      <a:pt x="2273760" y="256620"/>
                    </a:lnTo>
                    <a:lnTo>
                      <a:pt x="2224800" y="242580"/>
                    </a:lnTo>
                    <a:lnTo>
                      <a:pt x="2199240" y="242940"/>
                    </a:lnTo>
                    <a:lnTo>
                      <a:pt x="2152440" y="257700"/>
                    </a:lnTo>
                    <a:lnTo>
                      <a:pt x="2112480" y="218820"/>
                    </a:lnTo>
                    <a:lnTo>
                      <a:pt x="2064600" y="201180"/>
                    </a:lnTo>
                    <a:lnTo>
                      <a:pt x="2039040" y="199380"/>
                    </a:lnTo>
                    <a:lnTo>
                      <a:pt x="1992960" y="210180"/>
                    </a:lnTo>
                    <a:lnTo>
                      <a:pt x="1985760" y="204420"/>
                    </a:lnTo>
                    <a:lnTo>
                      <a:pt x="1971720" y="154020"/>
                    </a:lnTo>
                    <a:lnTo>
                      <a:pt x="1944360" y="111540"/>
                    </a:lnTo>
                    <a:lnTo>
                      <a:pt x="1905480" y="78420"/>
                    </a:lnTo>
                    <a:lnTo>
                      <a:pt x="1856880" y="62580"/>
                    </a:lnTo>
                    <a:lnTo>
                      <a:pt x="1831320" y="61860"/>
                    </a:lnTo>
                    <a:lnTo>
                      <a:pt x="1806120" y="66540"/>
                    </a:lnTo>
                    <a:lnTo>
                      <a:pt x="1766880" y="85620"/>
                    </a:lnTo>
                    <a:lnTo>
                      <a:pt x="1734840" y="60420"/>
                    </a:lnTo>
                    <a:lnTo>
                      <a:pt x="1680480" y="30900"/>
                    </a:lnTo>
                    <a:lnTo>
                      <a:pt x="1631160" y="17580"/>
                    </a:lnTo>
                    <a:lnTo>
                      <a:pt x="1580400" y="24060"/>
                    </a:lnTo>
                    <a:lnTo>
                      <a:pt x="1557000" y="34500"/>
                    </a:lnTo>
                    <a:lnTo>
                      <a:pt x="1525320" y="61140"/>
                    </a:lnTo>
                    <a:lnTo>
                      <a:pt x="1456560" y="97140"/>
                    </a:lnTo>
                    <a:lnTo>
                      <a:pt x="1411560" y="93180"/>
                    </a:lnTo>
                    <a:lnTo>
                      <a:pt x="1360800" y="78420"/>
                    </a:lnTo>
                    <a:lnTo>
                      <a:pt x="1277280" y="82740"/>
                    </a:lnTo>
                    <a:lnTo>
                      <a:pt x="1250280" y="60060"/>
                    </a:lnTo>
                    <a:lnTo>
                      <a:pt x="1227240" y="48900"/>
                    </a:lnTo>
                    <a:lnTo>
                      <a:pt x="1176840" y="40620"/>
                    </a:lnTo>
                    <a:lnTo>
                      <a:pt x="1127160" y="52140"/>
                    </a:lnTo>
                    <a:lnTo>
                      <a:pt x="1105200" y="65100"/>
                    </a:lnTo>
                    <a:lnTo>
                      <a:pt x="1068120" y="106860"/>
                    </a:lnTo>
                    <a:lnTo>
                      <a:pt x="1029960" y="101460"/>
                    </a:lnTo>
                    <a:lnTo>
                      <a:pt x="984960" y="111180"/>
                    </a:lnTo>
                    <a:lnTo>
                      <a:pt x="938520" y="104340"/>
                    </a:lnTo>
                    <a:lnTo>
                      <a:pt x="895680" y="114060"/>
                    </a:lnTo>
                    <a:lnTo>
                      <a:pt x="837720" y="114420"/>
                    </a:lnTo>
                    <a:lnTo>
                      <a:pt x="791280" y="135660"/>
                    </a:lnTo>
                    <a:lnTo>
                      <a:pt x="756720" y="173100"/>
                    </a:lnTo>
                    <a:lnTo>
                      <a:pt x="738720" y="220980"/>
                    </a:lnTo>
                    <a:lnTo>
                      <a:pt x="740520" y="271740"/>
                    </a:lnTo>
                    <a:lnTo>
                      <a:pt x="761760" y="318180"/>
                    </a:lnTo>
                    <a:lnTo>
                      <a:pt x="779040" y="337620"/>
                    </a:lnTo>
                    <a:lnTo>
                      <a:pt x="891360" y="441300"/>
                    </a:lnTo>
                    <a:lnTo>
                      <a:pt x="906480" y="490980"/>
                    </a:lnTo>
                    <a:lnTo>
                      <a:pt x="705960" y="726780"/>
                    </a:lnTo>
                    <a:lnTo>
                      <a:pt x="474840" y="507540"/>
                    </a:lnTo>
                    <a:lnTo>
                      <a:pt x="431640" y="480180"/>
                    </a:lnTo>
                    <a:lnTo>
                      <a:pt x="381240" y="471180"/>
                    </a:lnTo>
                    <a:lnTo>
                      <a:pt x="331560" y="481980"/>
                    </a:lnTo>
                    <a:lnTo>
                      <a:pt x="289440" y="511140"/>
                    </a:lnTo>
                    <a:lnTo>
                      <a:pt x="262080" y="553980"/>
                    </a:lnTo>
                    <a:lnTo>
                      <a:pt x="254880" y="578820"/>
                    </a:lnTo>
                    <a:lnTo>
                      <a:pt x="255960" y="629940"/>
                    </a:lnTo>
                    <a:lnTo>
                      <a:pt x="276480" y="676740"/>
                    </a:lnTo>
                    <a:lnTo>
                      <a:pt x="501120" y="893460"/>
                    </a:lnTo>
                    <a:lnTo>
                      <a:pt x="331920" y="1122060"/>
                    </a:lnTo>
                    <a:lnTo>
                      <a:pt x="312840" y="1160220"/>
                    </a:lnTo>
                    <a:lnTo>
                      <a:pt x="298800" y="1170660"/>
                    </a:lnTo>
                    <a:lnTo>
                      <a:pt x="248400" y="1159500"/>
                    </a:lnTo>
                    <a:lnTo>
                      <a:pt x="198000" y="1168500"/>
                    </a:lnTo>
                    <a:lnTo>
                      <a:pt x="174960" y="1180020"/>
                    </a:lnTo>
                    <a:lnTo>
                      <a:pt x="138240" y="1215300"/>
                    </a:lnTo>
                    <a:lnTo>
                      <a:pt x="125640" y="1237980"/>
                    </a:lnTo>
                    <a:lnTo>
                      <a:pt x="114840" y="1287660"/>
                    </a:lnTo>
                    <a:lnTo>
                      <a:pt x="127440" y="1344900"/>
                    </a:lnTo>
                    <a:lnTo>
                      <a:pt x="128520" y="1376940"/>
                    </a:lnTo>
                    <a:lnTo>
                      <a:pt x="147240" y="1424460"/>
                    </a:lnTo>
                    <a:lnTo>
                      <a:pt x="163080" y="1444620"/>
                    </a:lnTo>
                    <a:lnTo>
                      <a:pt x="368280" y="1590780"/>
                    </a:lnTo>
                    <a:lnTo>
                      <a:pt x="415080" y="1611300"/>
                    </a:lnTo>
                    <a:lnTo>
                      <a:pt x="474120" y="1609860"/>
                    </a:lnTo>
                    <a:lnTo>
                      <a:pt x="516240" y="1639740"/>
                    </a:lnTo>
                    <a:lnTo>
                      <a:pt x="462600" y="1648380"/>
                    </a:lnTo>
                    <a:lnTo>
                      <a:pt x="419760" y="1675740"/>
                    </a:lnTo>
                    <a:lnTo>
                      <a:pt x="351720" y="1772580"/>
                    </a:lnTo>
                    <a:lnTo>
                      <a:pt x="341280" y="1815420"/>
                    </a:lnTo>
                    <a:lnTo>
                      <a:pt x="191160" y="1714980"/>
                    </a:lnTo>
                    <a:lnTo>
                      <a:pt x="140760" y="1704540"/>
                    </a:lnTo>
                    <a:lnTo>
                      <a:pt x="90720" y="1714620"/>
                    </a:lnTo>
                    <a:lnTo>
                      <a:pt x="48240" y="1742700"/>
                    </a:lnTo>
                    <a:lnTo>
                      <a:pt x="19800" y="1785180"/>
                    </a:lnTo>
                    <a:lnTo>
                      <a:pt x="9360" y="1835220"/>
                    </a:lnTo>
                    <a:lnTo>
                      <a:pt x="18720" y="1882740"/>
                    </a:lnTo>
                    <a:close/>
                  </a:path>
                </a:pathLst>
              </a:custGeom>
              <a:noFill/>
              <a:ln w="18000" cap="flat">
                <a:solidFill>
                  <a:srgbClr val="211F1A"/>
                </a:solidFill>
                <a:custDash>
                  <a:ds d="80000" sp="200000"/>
                </a:custDash>
                <a:round/>
              </a:ln>
            </p:spPr>
          </p:sp>
        </p:grpSp>
        <p:grpSp>
          <p:nvGrpSpPr>
            <p:cNvPr id="38" name="image_1:overlay:point_3"/>
            <p:cNvGrpSpPr/>
            <p:nvPr/>
          </p:nvGrpSpPr>
          <p:grpSpPr>
            <a:xfrm>
              <a:off x="7073900" y="3213100"/>
              <a:ext cx="5715000" cy="3708400"/>
              <a:chOff x="7073900" y="3213100"/>
              <a:chExt cx="5715000" cy="3708400"/>
            </a:xfrm>
          </p:grpSpPr>
          <p:sp>
            <p:nvSpPr>
              <p:cNvPr id="29" name="image_1:overlay:point_3:poi_health:osm-w471456345"/>
              <p:cNvSpPr/>
              <p:nvPr/>
            </p:nvSpPr>
            <p:spPr>
              <a:xfrm>
                <a:off x="8394700" y="4724400"/>
                <a:ext cx="76200" cy="76200"/>
              </a:xfrm>
              <a:prstGeom prst="rect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30" name="image_1:overlay:point_3:poi_health:ovt-6edb1453-91c9-4bc7-862b-61b0b0e4f9c2"/>
              <p:cNvSpPr/>
              <p:nvPr/>
            </p:nvSpPr>
            <p:spPr>
              <a:xfrm>
                <a:off x="12712700" y="6832600"/>
                <a:ext cx="76200" cy="76200"/>
              </a:xfrm>
              <a:prstGeom prst="rect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31" name="image_1:overlay:point_3:poi_health:ovt-b6aba7b2-b3e8-495a-aec9-53cce5dd4e5d"/>
              <p:cNvSpPr/>
              <p:nvPr/>
            </p:nvSpPr>
            <p:spPr>
              <a:xfrm>
                <a:off x="10223500" y="5969000"/>
                <a:ext cx="76200" cy="76200"/>
              </a:xfrm>
              <a:prstGeom prst="rect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32" name="image_1:overlay:point_3:poi_health:ovt-c461d628-8035-407e-b405-755241a4274c"/>
              <p:cNvSpPr/>
              <p:nvPr/>
            </p:nvSpPr>
            <p:spPr>
              <a:xfrm>
                <a:off x="7340600" y="4572000"/>
                <a:ext cx="76200" cy="76200"/>
              </a:xfrm>
              <a:prstGeom prst="rect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33" name="image_1:overlay:point_3:poi_health:ovt-d3d11b3d-7f05-4808-87b8-db8ee16326e9"/>
              <p:cNvSpPr/>
              <p:nvPr/>
            </p:nvSpPr>
            <p:spPr>
              <a:xfrm>
                <a:off x="7696200" y="3987800"/>
                <a:ext cx="76200" cy="76200"/>
              </a:xfrm>
              <a:prstGeom prst="rect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34" name="image_1:overlay:point_3:poi_health:ovt-d91b1148-144e-4da6-8f9c-b47060023c50"/>
              <p:cNvSpPr/>
              <p:nvPr/>
            </p:nvSpPr>
            <p:spPr>
              <a:xfrm>
                <a:off x="7073900" y="4711700"/>
                <a:ext cx="76200" cy="76200"/>
              </a:xfrm>
              <a:prstGeom prst="rect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35" name="image_1:overlay:point_3:poi_health:ovt-eed12c87-45cc-4cae-9a8a-edc319d0d593"/>
              <p:cNvSpPr/>
              <p:nvPr/>
            </p:nvSpPr>
            <p:spPr>
              <a:xfrm>
                <a:off x="8521700" y="3213100"/>
                <a:ext cx="76200" cy="76200"/>
              </a:xfrm>
              <a:prstGeom prst="rect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36" name="image_1:overlay:point_3:poi_health:ovt-fa66ce0a-8307-43e5-82fe-0d390e64cee0"/>
              <p:cNvSpPr/>
              <p:nvPr/>
            </p:nvSpPr>
            <p:spPr>
              <a:xfrm>
                <a:off x="11671300" y="6083300"/>
                <a:ext cx="76200" cy="76200"/>
              </a:xfrm>
              <a:prstGeom prst="rect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37" name="image_1:overlay:point_3:poi_health:ovt-fba4281e-0200-4384-b9dd-5a8f985aa3dd"/>
              <p:cNvSpPr/>
              <p:nvPr/>
            </p:nvSpPr>
            <p:spPr>
              <a:xfrm>
                <a:off x="12636500" y="6845300"/>
                <a:ext cx="76200" cy="76200"/>
              </a:xfrm>
              <a:prstGeom prst="rect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</p:grpSp>
        <p:grpSp>
          <p:nvGrpSpPr>
            <p:cNvPr id="41" name="image_1:overlay:point_2"/>
            <p:cNvGrpSpPr/>
            <p:nvPr/>
          </p:nvGrpSpPr>
          <p:grpSpPr>
            <a:xfrm>
              <a:off x="9232900" y="6057900"/>
              <a:ext cx="2222500" cy="190500"/>
              <a:chOff x="9232900" y="6057900"/>
              <a:chExt cx="2222500" cy="190500"/>
            </a:xfrm>
          </p:grpSpPr>
          <p:sp>
            <p:nvSpPr>
              <p:cNvPr id="39" name="image_1:overlay:point_2:poi_education:osm-w386006885"/>
              <p:cNvSpPr/>
              <p:nvPr/>
            </p:nvSpPr>
            <p:spPr>
              <a:xfrm>
                <a:off x="11366500" y="6057900"/>
                <a:ext cx="88900" cy="88900"/>
              </a:xfrm>
              <a:prstGeom prst="ellipse">
                <a:avLst/>
              </a:prstGeom>
              <a:solidFill>
                <a:srgbClr val="FFFFFF"/>
              </a:solidFill>
              <a:ln w="12600" cap="flat">
                <a:solidFill>
                  <a:srgbClr val="211F1A"/>
                </a:solidFill>
                <a:prstDash val="solid"/>
                <a:round/>
              </a:ln>
            </p:spPr>
          </p:sp>
          <p:sp>
            <p:nvSpPr>
              <p:cNvPr id="40" name="image_1:overlay:point_2:poi_education:ovt-81584de4-e95e-4b22-907a-1dc414556db4"/>
              <p:cNvSpPr/>
              <p:nvPr/>
            </p:nvSpPr>
            <p:spPr>
              <a:xfrm>
                <a:off x="9232900" y="6159500"/>
                <a:ext cx="88900" cy="88900"/>
              </a:xfrm>
              <a:prstGeom prst="ellipse">
                <a:avLst/>
              </a:prstGeom>
              <a:solidFill>
                <a:srgbClr val="FFFFFF"/>
              </a:solidFill>
              <a:ln w="12600" cap="flat">
                <a:solidFill>
                  <a:srgbClr val="211F1A"/>
                </a:solidFill>
                <a:prstDash val="solid"/>
                <a:round/>
              </a:ln>
            </p:spPr>
          </p:sp>
        </p:grpSp>
        <p:grpSp>
          <p:nvGrpSpPr>
            <p:cNvPr id="46" name="image_1:overlay:point_1"/>
            <p:cNvGrpSpPr/>
            <p:nvPr/>
          </p:nvGrpSpPr>
          <p:grpSpPr>
            <a:xfrm>
              <a:off x="6807200" y="3670300"/>
              <a:ext cx="2743200" cy="1181100"/>
              <a:chOff x="6807200" y="3670300"/>
              <a:chExt cx="2743200" cy="1181100"/>
            </a:xfrm>
          </p:grpSpPr>
          <p:sp>
            <p:nvSpPr>
              <p:cNvPr id="42" name="image_1:overlay:point_1:poi_education:osm-w337246600"/>
              <p:cNvSpPr/>
              <p:nvPr/>
            </p:nvSpPr>
            <p:spPr>
              <a:xfrm>
                <a:off x="8204200" y="39116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43" name="image_1:overlay:point_1:poi_education:osm-w363365826"/>
              <p:cNvSpPr/>
              <p:nvPr/>
            </p:nvSpPr>
            <p:spPr>
              <a:xfrm>
                <a:off x="6921500" y="47625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44" name="image_1:overlay:point_1:poi_education:osm-w386512211"/>
              <p:cNvSpPr/>
              <p:nvPr/>
            </p:nvSpPr>
            <p:spPr>
              <a:xfrm>
                <a:off x="9461500" y="41148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45" name="image_1:overlay:point_1:poi_education:ovt-30cb3cba-8414-4f48-baff-7ef2d9fa123a"/>
              <p:cNvSpPr/>
              <p:nvPr/>
            </p:nvSpPr>
            <p:spPr>
              <a:xfrm>
                <a:off x="6807200" y="36703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</p:grpSp>
        <p:grpSp>
          <p:nvGrpSpPr>
            <p:cNvPr id="49" name="image_1:overlay:labels_point_2"/>
            <p:cNvGrpSpPr/>
            <p:nvPr/>
          </p:nvGrpSpPr>
          <p:grpSpPr>
            <a:xfrm>
              <a:off x="9321800" y="6172200"/>
              <a:ext cx="3759200" cy="279400"/>
              <a:chOff x="9321800" y="6172200"/>
              <a:chExt cx="3759200" cy="279400"/>
            </a:xfrm>
          </p:grpSpPr>
          <p:sp>
            <p:nvSpPr>
              <p:cNvPr id="47" name="image_1:overlay:labels_point_2:poi_education:osm-w386006885"/>
              <p:cNvSpPr txBox="1"/>
              <p:nvPr/>
            </p:nvSpPr>
            <p:spPr>
              <a:xfrm>
                <a:off x="11468100" y="6172200"/>
                <a:ext cx="1612900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28800" tIns="10800" rIns="28800" bIns="10800" rtlCol="0" anchor="ctr">
                <a:noAutofit/>
              </a:bodyPr>
              <a:lstStyle/>
              <a:p>
                <a:pPr algn="l"/>
                <a:r>
                  <a:rPr lang="ru-RU" sz="800" b="0" i="0" dirty="0">
                    <a:solidFill>
                      <a:srgbClr val="211F1A"/>
                    </a:solidFill>
                    <a:latin typeface="Open Sans"/>
                  </a:rPr>
                  <a:t>Детский сад № 68
«Светлячок»</a:t>
                </a:r>
              </a:p>
            </p:txBody>
          </p:sp>
          <p:sp>
            <p:nvSpPr>
              <p:cNvPr id="48" name="image_1:overlay:labels_point_2:poi_education:ovt-81584de4-e95e-4b22-907a-1dc414556db4"/>
              <p:cNvSpPr txBox="1"/>
              <p:nvPr/>
            </p:nvSpPr>
            <p:spPr>
              <a:xfrm>
                <a:off x="9321800" y="6286500"/>
                <a:ext cx="1981200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28800" tIns="10800" rIns="28800" bIns="10800" rtlCol="0" anchor="ctr">
                <a:noAutofit/>
              </a:bodyPr>
              <a:lstStyle/>
              <a:p>
                <a:pPr algn="l"/>
                <a:r>
                  <a:rPr lang="ru-RU" sz="800" b="0" i="0" dirty="0">
                    <a:solidFill>
                      <a:srgbClr val="211F1A"/>
                    </a:solidFill>
                    <a:latin typeface="Open Sans"/>
                  </a:rPr>
                  <a:t>Детский сад № 20
«Красная Шапочка»</a:t>
                </a:r>
              </a:p>
            </p:txBody>
          </p:sp>
        </p:grpSp>
        <p:grpSp>
          <p:nvGrpSpPr>
            <p:cNvPr id="54" name="image_1:overlay:labels_point_1"/>
            <p:cNvGrpSpPr/>
            <p:nvPr/>
          </p:nvGrpSpPr>
          <p:grpSpPr>
            <a:xfrm>
              <a:off x="6311900" y="3479800"/>
              <a:ext cx="3848100" cy="1257300"/>
              <a:chOff x="6311900" y="3479800"/>
              <a:chExt cx="3848100" cy="1257300"/>
            </a:xfrm>
          </p:grpSpPr>
          <p:sp>
            <p:nvSpPr>
              <p:cNvPr id="50" name="image_1:overlay:labels_point_1:poi_education:osm-w337246600"/>
              <p:cNvSpPr txBox="1"/>
              <p:nvPr/>
            </p:nvSpPr>
            <p:spPr>
              <a:xfrm>
                <a:off x="8293100" y="3733800"/>
                <a:ext cx="1104900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28800" tIns="10800" rIns="28800" bIns="10800" rtlCol="0" anchor="ctr">
                <a:noAutofit/>
              </a:bodyPr>
              <a:lstStyle/>
              <a:p>
                <a:pPr algn="l"/>
                <a:r>
                  <a:rPr lang="ru-RU" sz="800" b="0" i="0" dirty="0">
                    <a:solidFill>
                      <a:srgbClr val="211F1A"/>
                    </a:solidFill>
                    <a:latin typeface="Open Sans"/>
                  </a:rPr>
                  <a:t>Средняя школа № 10</a:t>
                </a:r>
              </a:p>
            </p:txBody>
          </p:sp>
          <p:sp>
            <p:nvSpPr>
              <p:cNvPr id="51" name="image_1:overlay:labels_point_1:poi_education:osm-w363365826"/>
              <p:cNvSpPr txBox="1"/>
              <p:nvPr/>
            </p:nvSpPr>
            <p:spPr>
              <a:xfrm>
                <a:off x="6311900" y="4572000"/>
                <a:ext cx="609600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28800" tIns="10800" rIns="28800" bIns="10800" rtlCol="0" anchor="ctr">
                <a:noAutofit/>
              </a:bodyPr>
              <a:lstStyle/>
              <a:p>
                <a:pPr algn="r"/>
                <a:r>
                  <a:rPr lang="ru-RU" sz="800" b="0" i="0" dirty="0">
                    <a:solidFill>
                      <a:srgbClr val="211F1A"/>
                    </a:solidFill>
                    <a:latin typeface="Open Sans"/>
                  </a:rPr>
                  <a:t>Школа № 9</a:t>
                </a:r>
              </a:p>
            </p:txBody>
          </p:sp>
          <p:sp>
            <p:nvSpPr>
              <p:cNvPr id="52" name="image_1:overlay:labels_point_1:poi_education:osm-w386512211"/>
              <p:cNvSpPr txBox="1"/>
              <p:nvPr/>
            </p:nvSpPr>
            <p:spPr>
              <a:xfrm>
                <a:off x="9563100" y="3924300"/>
                <a:ext cx="596900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28800" tIns="10800" rIns="28800" bIns="10800" rtlCol="0" anchor="ctr">
                <a:noAutofit/>
              </a:bodyPr>
              <a:lstStyle/>
              <a:p>
                <a:pPr algn="l"/>
                <a:r>
                  <a:rPr lang="ru-RU" sz="800" b="0" i="0" dirty="0">
                    <a:solidFill>
                      <a:srgbClr val="211F1A"/>
                    </a:solidFill>
                    <a:latin typeface="Open Sans"/>
                  </a:rPr>
                  <a:t>Лицей № 4</a:t>
                </a:r>
              </a:p>
            </p:txBody>
          </p:sp>
          <p:sp>
            <p:nvSpPr>
              <p:cNvPr id="53" name="image_1:overlay:labels_point_1:poi_education:ovt-30cb3cba-8414-4f48-baff-7ef2d9fa123a"/>
              <p:cNvSpPr txBox="1"/>
              <p:nvPr/>
            </p:nvSpPr>
            <p:spPr>
              <a:xfrm>
                <a:off x="6908800" y="3479800"/>
                <a:ext cx="1524000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28800" tIns="10800" rIns="28800" bIns="10800" rtlCol="0" anchor="ctr">
                <a:noAutofit/>
              </a:bodyPr>
              <a:lstStyle/>
              <a:p>
                <a:pPr algn="l"/>
                <a:r>
                  <a:rPr lang="ru-RU" sz="800" b="0" i="0" dirty="0">
                    <a:solidFill>
                      <a:srgbClr val="211F1A"/>
                    </a:solidFill>
                    <a:latin typeface="Open Sans"/>
                  </a:rPr>
                  <a:t>Гимназия № 2
имени Чехова</a:t>
                </a:r>
              </a:p>
            </p:txBody>
          </p:sp>
        </p:grpSp>
        <p:grpSp>
          <p:nvGrpSpPr>
            <p:cNvPr id="60" name="image_1:overlay:scale_bar"/>
            <p:cNvGrpSpPr/>
            <p:nvPr/>
          </p:nvGrpSpPr>
          <p:grpSpPr>
            <a:xfrm>
              <a:off x="12687300" y="8420100"/>
              <a:ext cx="1587500" cy="292100"/>
              <a:chOff x="12687300" y="8420100"/>
              <a:chExt cx="1587500" cy="292100"/>
            </a:xfrm>
          </p:grpSpPr>
          <p:sp>
            <p:nvSpPr>
              <p:cNvPr id="55" name="image_1:overlay:scale_bar:plate"/>
              <p:cNvSpPr/>
              <p:nvPr/>
            </p:nvSpPr>
            <p:spPr>
              <a:xfrm>
                <a:off x="12687300" y="8420100"/>
                <a:ext cx="1587500" cy="292100"/>
              </a:xfrm>
              <a:custGeom>
                <a:avLst/>
                <a:gdLst/>
                <a:ahLst/>
                <a:cxnLst/>
                <a:rect l="0" t="0" r="r" b="b"/>
                <a:pathLst>
                  <a:path w="1587500" h="292100">
                    <a:moveTo>
                      <a:pt x="7395" y="2578"/>
                    </a:moveTo>
                    <a:lnTo>
                      <a:pt x="1578334" y="2578"/>
                    </a:lnTo>
                    <a:lnTo>
                      <a:pt x="1578334" y="290160"/>
                    </a:lnTo>
                    <a:lnTo>
                      <a:pt x="7395" y="2901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6" name="image_1:overlay:scale_bar:line"/>
              <p:cNvSpPr/>
              <p:nvPr/>
            </p:nvSpPr>
            <p:spPr>
              <a:xfrm>
                <a:off x="12750800" y="8610600"/>
                <a:ext cx="1320800" cy="63500"/>
              </a:xfrm>
              <a:custGeom>
                <a:avLst/>
                <a:gdLst/>
                <a:ahLst/>
                <a:cxnLst/>
                <a:rect l="0" t="0" r="r" b="b"/>
                <a:pathLst>
                  <a:path w="1320800" h="63500" fill="none">
                    <a:moveTo>
                      <a:pt x="5320" y="59160"/>
                    </a:moveTo>
                    <a:lnTo>
                      <a:pt x="1314280" y="59160"/>
                    </a:lnTo>
                    <a:moveTo>
                      <a:pt x="5320" y="59160"/>
                    </a:moveTo>
                    <a:lnTo>
                      <a:pt x="5320" y="5160"/>
                    </a:lnTo>
                    <a:moveTo>
                      <a:pt x="659800" y="59160"/>
                    </a:moveTo>
                    <a:lnTo>
                      <a:pt x="659800" y="5160"/>
                    </a:lnTo>
                    <a:moveTo>
                      <a:pt x="1314280" y="59160"/>
                    </a:moveTo>
                    <a:lnTo>
                      <a:pt x="1314280" y="5160"/>
                    </a:lnTo>
                  </a:path>
                </a:pathLst>
              </a:custGeom>
              <a:noFill/>
              <a:ln w="9000" cap="flat">
                <a:solidFill>
                  <a:srgbClr val="211F1A"/>
                </a:solidFill>
                <a:prstDash val="solid"/>
                <a:round/>
              </a:ln>
            </p:spPr>
          </p:sp>
          <p:sp>
            <p:nvSpPr>
              <p:cNvPr id="57" name="image_1:overlay:scale_bar:label-0"/>
              <p:cNvSpPr txBox="1"/>
              <p:nvPr/>
            </p:nvSpPr>
            <p:spPr>
              <a:xfrm>
                <a:off x="12725400" y="8458200"/>
                <a:ext cx="635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0</a:t>
                </a:r>
              </a:p>
            </p:txBody>
          </p:sp>
          <p:sp>
            <p:nvSpPr>
              <p:cNvPr id="58" name="image_1:overlay:scale_bar:label-1"/>
              <p:cNvSpPr txBox="1"/>
              <p:nvPr/>
            </p:nvSpPr>
            <p:spPr>
              <a:xfrm>
                <a:off x="13335000" y="8458200"/>
                <a:ext cx="1651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200</a:t>
                </a:r>
              </a:p>
            </p:txBody>
          </p:sp>
          <p:sp>
            <p:nvSpPr>
              <p:cNvPr id="59" name="image_1:overlay:scale_bar:label-2"/>
              <p:cNvSpPr txBox="1"/>
              <p:nvPr/>
            </p:nvSpPr>
            <p:spPr>
              <a:xfrm>
                <a:off x="13982700" y="8458200"/>
                <a:ext cx="2413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400 м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K1-02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Территориальные зоны в границах проекта планировки</a:t>
            </a:r>
          </a:p>
          <a:p>
            <a:pPr lvl="1"/>
            <a:r>
              <a:rPr lang="ru-RU"/>
              <a:t>Северо-запад территории — в санитарно-защитной зоне</a:t>
            </a:r>
          </a:p>
        </p:txBody>
      </p:sp>
      <p:pic>
        <p:nvPicPr>
          <p:cNvPr id="3" name="image_1" descr="k1-zoning.png"/>
          <p:cNvPicPr>
            <a:picLocks noGrp="1" noChangeAspect="1"/>
          </p:cNvPicPr>
          <p:nvPr>
            <p:ph type="pic" idx="11"/>
          </p:nvPr>
        </p:nvPicPr>
        <p:blipFill>
          <a:blip r:embed="rId2"/>
          <a:srcRect/>
          <a:stretch>
            <a:fillRect/>
          </a:stretch>
        </p:blipFill>
        <p:spPr>
          <a:xfrm>
            <a:off x="711200" y="2133600"/>
            <a:ext cx="13690387" cy="7645400"/>
          </a:xfrm>
        </p:spPr>
      </p:pic>
      <p:sp>
        <p:nvSpPr>
          <p:cNvPr id="4" name="footer_sources"/>
          <p:cNvSpPr>
            <a:spLocks noGrp="1"/>
          </p:cNvSpPr>
          <p:nvPr>
            <p:ph type="body" idx="12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Источники: КПТ SYN-KPT-0001, синтетический образец, не выписка Росреестра, данные вымышлены; синтетический образец: проект планировки, чертеж красных линий; карта, справочные данные, OpenStreetMap через Overture Maps 2026-09-23.0, ODbL 1.0, 09.2026</a:t>
            </a:r>
          </a:p>
        </p:txBody>
      </p:sp>
      <p:sp>
        <p:nvSpPr>
          <p:cNvPr id="5" name="footer_page"/>
          <p:cNvSpPr>
            <a:spLocks noGrp="1"/>
          </p:cNvSpPr>
          <p:nvPr>
            <p:ph type="body" idx="13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2/3</a:t>
            </a:r>
          </a:p>
        </p:txBody>
      </p:sp>
      <p:grpSp>
        <p:nvGrpSpPr>
          <p:cNvPr id="46" name="image_1:overlay"/>
          <p:cNvGrpSpPr/>
          <p:nvPr/>
        </p:nvGrpSpPr>
        <p:grpSpPr>
          <a:xfrm>
            <a:off x="711200" y="2133600"/>
            <a:ext cx="13690600" cy="7645400"/>
            <a:chOff x="711200" y="2133600"/>
            <a:chExt cx="13690600" cy="7645400"/>
          </a:xfrm>
        </p:grpSpPr>
        <p:grpSp>
          <p:nvGrpSpPr>
            <p:cNvPr id="10" name="image_1:overlay:zoning_zh"/>
            <p:cNvGrpSpPr/>
            <p:nvPr/>
          </p:nvGrpSpPr>
          <p:grpSpPr>
            <a:xfrm>
              <a:off x="6883400" y="5207000"/>
              <a:ext cx="4787900" cy="3429000"/>
              <a:chOff x="6883400" y="5207000"/>
              <a:chExt cx="4787900" cy="3429000"/>
            </a:xfrm>
          </p:grpSpPr>
          <p:grpSp>
            <p:nvGrpSpPr>
              <p:cNvPr id="9" name="image_1:overlay:zoning_zh:zones_pzz:00-00-7.3"/>
              <p:cNvGrpSpPr/>
              <p:nvPr/>
            </p:nvGrpSpPr>
            <p:grpSpPr>
              <a:xfrm>
                <a:off x="6883400" y="5207000"/>
                <a:ext cx="4787900" cy="3429000"/>
                <a:chOff x="6883400" y="5207000"/>
                <a:chExt cx="4787900" cy="3429000"/>
              </a:xfrm>
            </p:grpSpPr>
            <p:sp>
              <p:nvSpPr>
                <p:cNvPr id="6" name="image_1:overlay:zoning_zh:zones_pzz:00-00-7.3:1"/>
                <p:cNvSpPr/>
                <p:nvPr/>
              </p:nvSpPr>
              <p:spPr>
                <a:xfrm>
                  <a:off x="10350500" y="5816600"/>
                  <a:ext cx="1320800" cy="13589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20800" h="1358900">
                      <a:moveTo>
                        <a:pt x="11220" y="8080"/>
                      </a:moveTo>
                      <a:lnTo>
                        <a:pt x="70980" y="112840"/>
                      </a:lnTo>
                      <a:lnTo>
                        <a:pt x="128580" y="213280"/>
                      </a:lnTo>
                      <a:lnTo>
                        <a:pt x="213900" y="363040"/>
                      </a:lnTo>
                      <a:lnTo>
                        <a:pt x="214980" y="364840"/>
                      </a:lnTo>
                      <a:lnTo>
                        <a:pt x="392820" y="689920"/>
                      </a:lnTo>
                      <a:lnTo>
                        <a:pt x="422700" y="727000"/>
                      </a:lnTo>
                      <a:lnTo>
                        <a:pt x="578940" y="855880"/>
                      </a:lnTo>
                      <a:lnTo>
                        <a:pt x="1068180" y="1354480"/>
                      </a:lnTo>
                      <a:lnTo>
                        <a:pt x="1309020" y="1218040"/>
                      </a:lnTo>
                      <a:close/>
                    </a:path>
                  </a:pathLst>
                </a:custGeom>
                <a:solidFill>
                  <a:srgbClr val="F9F0E1"/>
                </a:solidFill>
                <a:ln>
                  <a:noFill/>
                </a:ln>
              </p:spPr>
            </p:sp>
            <p:sp>
              <p:nvSpPr>
                <p:cNvPr id="7" name="image_1:overlay:zoning_zh:zones_pzz:00-00-7.3:2"/>
                <p:cNvSpPr/>
                <p:nvPr/>
              </p:nvSpPr>
              <p:spPr>
                <a:xfrm>
                  <a:off x="8534400" y="5207000"/>
                  <a:ext cx="2705100" cy="25273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705100" h="2527300">
                      <a:moveTo>
                        <a:pt x="2671520" y="2035360"/>
                      </a:moveTo>
                      <a:lnTo>
                        <a:pt x="2671160" y="2035360"/>
                      </a:lnTo>
                      <a:lnTo>
                        <a:pt x="2254640" y="1610560"/>
                      </a:lnTo>
                      <a:lnTo>
                        <a:pt x="2095160" y="1478800"/>
                      </a:lnTo>
                      <a:lnTo>
                        <a:pt x="2046200" y="1418680"/>
                      </a:lnTo>
                      <a:lnTo>
                        <a:pt x="1854680" y="1072000"/>
                      </a:lnTo>
                      <a:lnTo>
                        <a:pt x="1712120" y="822520"/>
                      </a:lnTo>
                      <a:lnTo>
                        <a:pt x="1423400" y="317080"/>
                      </a:lnTo>
                      <a:lnTo>
                        <a:pt x="1397120" y="270640"/>
                      </a:lnTo>
                      <a:lnTo>
                        <a:pt x="1330520" y="154360"/>
                      </a:lnTo>
                      <a:lnTo>
                        <a:pt x="1174280" y="12160"/>
                      </a:lnTo>
                      <a:lnTo>
                        <a:pt x="3200" y="674920"/>
                      </a:lnTo>
                      <a:lnTo>
                        <a:pt x="1876280" y="2452240"/>
                      </a:lnTo>
                      <a:lnTo>
                        <a:pt x="1807160" y="2525320"/>
                      </a:lnTo>
                      <a:lnTo>
                        <a:pt x="1877720" y="2453680"/>
                      </a:lnTo>
                      <a:lnTo>
                        <a:pt x="1929200" y="2504080"/>
                      </a:lnTo>
                      <a:lnTo>
                        <a:pt x="2702480" y="2066680"/>
                      </a:lnTo>
                      <a:close/>
                    </a:path>
                  </a:pathLst>
                </a:custGeom>
                <a:solidFill>
                  <a:srgbClr val="F9F0E1"/>
                </a:solidFill>
                <a:ln>
                  <a:noFill/>
                </a:ln>
              </p:spPr>
            </p:sp>
            <p:sp>
              <p:nvSpPr>
                <p:cNvPr id="8" name="image_1:overlay:zoning_zh:zones_pzz:00-00-7.3:3"/>
                <p:cNvSpPr/>
                <p:nvPr/>
              </p:nvSpPr>
              <p:spPr>
                <a:xfrm>
                  <a:off x="6883400" y="5981700"/>
                  <a:ext cx="3403600" cy="26543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03600" h="2654300">
                      <a:moveTo>
                        <a:pt x="1470600" y="3900"/>
                      </a:moveTo>
                      <a:lnTo>
                        <a:pt x="7560" y="831540"/>
                      </a:lnTo>
                      <a:lnTo>
                        <a:pt x="1955880" y="2648460"/>
                      </a:lnTo>
                      <a:lnTo>
                        <a:pt x="3397680" y="1832700"/>
                      </a:lnTo>
                      <a:close/>
                    </a:path>
                  </a:pathLst>
                </a:custGeom>
                <a:solidFill>
                  <a:srgbClr val="F9F0E1"/>
                </a:solidFill>
                <a:ln>
                  <a:noFill/>
                </a:ln>
              </p:spPr>
            </p:sp>
          </p:grpSp>
        </p:grpSp>
        <p:grpSp>
          <p:nvGrpSpPr>
            <p:cNvPr id="15" name="image_1:overlay:zoning_od"/>
            <p:cNvGrpSpPr/>
            <p:nvPr/>
          </p:nvGrpSpPr>
          <p:grpSpPr>
            <a:xfrm>
              <a:off x="4991100" y="3441700"/>
              <a:ext cx="4724400" cy="3378200"/>
              <a:chOff x="4991100" y="3441700"/>
              <a:chExt cx="4724400" cy="3378200"/>
            </a:xfrm>
          </p:grpSpPr>
          <p:grpSp>
            <p:nvGrpSpPr>
              <p:cNvPr id="14" name="image_1:overlay:zoning_od:zones_pzz:00-00-7.2"/>
              <p:cNvGrpSpPr/>
              <p:nvPr/>
            </p:nvGrpSpPr>
            <p:grpSpPr>
              <a:xfrm>
                <a:off x="4991100" y="3441700"/>
                <a:ext cx="4724400" cy="3378200"/>
                <a:chOff x="4991100" y="3441700"/>
                <a:chExt cx="4724400" cy="3378200"/>
              </a:xfrm>
            </p:grpSpPr>
            <p:sp>
              <p:nvSpPr>
                <p:cNvPr id="11" name="image_1:overlay:zoning_od:zones_pzz:00-00-7.2:1"/>
                <p:cNvSpPr/>
                <p:nvPr/>
              </p:nvSpPr>
              <p:spPr>
                <a:xfrm>
                  <a:off x="6654800" y="3657600"/>
                  <a:ext cx="3060700" cy="22352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60700" h="2235200">
                      <a:moveTo>
                        <a:pt x="784080" y="5640"/>
                      </a:moveTo>
                      <a:lnTo>
                        <a:pt x="360" y="448800"/>
                      </a:lnTo>
                      <a:lnTo>
                        <a:pt x="1882800" y="2224320"/>
                      </a:lnTo>
                      <a:lnTo>
                        <a:pt x="3053880" y="1561560"/>
                      </a:lnTo>
                      <a:close/>
                    </a:path>
                  </a:pathLst>
                </a:custGeom>
                <a:solidFill>
                  <a:srgbClr val="CEABA7"/>
                </a:solidFill>
                <a:ln>
                  <a:noFill/>
                </a:ln>
              </p:spPr>
            </p:sp>
            <p:sp>
              <p:nvSpPr>
                <p:cNvPr id="12" name="image_1:overlay:zoning_od:zones_pzz:00-00-7.2:2"/>
                <p:cNvSpPr/>
                <p:nvPr/>
              </p:nvSpPr>
              <p:spPr>
                <a:xfrm>
                  <a:off x="4991100" y="4203700"/>
                  <a:ext cx="3365500" cy="26162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365500" h="2616200">
                      <a:moveTo>
                        <a:pt x="1481180" y="6380"/>
                      </a:moveTo>
                      <a:lnTo>
                        <a:pt x="4460" y="841940"/>
                      </a:lnTo>
                      <a:lnTo>
                        <a:pt x="1899860" y="2609540"/>
                      </a:lnTo>
                      <a:lnTo>
                        <a:pt x="3362900" y="1781900"/>
                      </a:lnTo>
                      <a:close/>
                    </a:path>
                  </a:pathLst>
                </a:custGeom>
                <a:solidFill>
                  <a:srgbClr val="CEABA7"/>
                </a:solidFill>
                <a:ln>
                  <a:noFill/>
                </a:ln>
              </p:spPr>
            </p:sp>
            <p:sp>
              <p:nvSpPr>
                <p:cNvPr id="13" name="image_1:overlay:zoning_od:zones_pzz:00-00-7.2:3"/>
                <p:cNvSpPr/>
                <p:nvPr/>
              </p:nvSpPr>
              <p:spPr>
                <a:xfrm>
                  <a:off x="7632700" y="3441700"/>
                  <a:ext cx="1117600" cy="8763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17600" h="876300">
                      <a:moveTo>
                        <a:pt x="769180" y="640580"/>
                      </a:moveTo>
                      <a:lnTo>
                        <a:pt x="1110820" y="873860"/>
                      </a:lnTo>
                      <a:lnTo>
                        <a:pt x="182740" y="8420"/>
                      </a:lnTo>
                      <a:lnTo>
                        <a:pt x="2380" y="110300"/>
                      </a:lnTo>
                      <a:close/>
                    </a:path>
                  </a:pathLst>
                </a:custGeom>
                <a:solidFill>
                  <a:srgbClr val="CEABA7"/>
                </a:solidFill>
                <a:ln>
                  <a:noFill/>
                </a:ln>
              </p:spPr>
            </p:sp>
          </p:grpSp>
        </p:grpSp>
        <p:grpSp>
          <p:nvGrpSpPr>
            <p:cNvPr id="17" name="image_1:overlay:zoning_r"/>
            <p:cNvGrpSpPr/>
            <p:nvPr/>
          </p:nvGrpSpPr>
          <p:grpSpPr>
            <a:xfrm>
              <a:off x="4241800" y="5041900"/>
              <a:ext cx="4610100" cy="4025900"/>
              <a:chOff x="4241800" y="5041900"/>
              <a:chExt cx="4610100" cy="4025900"/>
            </a:xfrm>
          </p:grpSpPr>
          <p:sp>
            <p:nvSpPr>
              <p:cNvPr id="16" name="image_1:overlay:zoning_r:zones_pzz:00-00-7.1"/>
              <p:cNvSpPr/>
              <p:nvPr/>
            </p:nvSpPr>
            <p:spPr>
              <a:xfrm>
                <a:off x="4241800" y="5041900"/>
                <a:ext cx="4610100" cy="4025900"/>
              </a:xfrm>
              <a:custGeom>
                <a:avLst/>
                <a:gdLst/>
                <a:ahLst/>
                <a:cxnLst/>
                <a:rect l="0" t="0" r="r" b="b"/>
                <a:pathLst>
                  <a:path w="4610100" h="4025900">
                    <a:moveTo>
                      <a:pt x="2544760" y="2609780"/>
                    </a:moveTo>
                    <a:lnTo>
                      <a:pt x="2500480" y="2675300"/>
                    </a:lnTo>
                    <a:lnTo>
                      <a:pt x="2545120" y="2610140"/>
                    </a:lnTo>
                    <a:lnTo>
                      <a:pt x="2981800" y="2915780"/>
                    </a:lnTo>
                    <a:lnTo>
                      <a:pt x="4008520" y="3608420"/>
                    </a:lnTo>
                    <a:lnTo>
                      <a:pt x="3916720" y="3737300"/>
                    </a:lnTo>
                    <a:lnTo>
                      <a:pt x="2892880" y="3046820"/>
                    </a:lnTo>
                    <a:lnTo>
                      <a:pt x="2549800" y="2805620"/>
                    </a:lnTo>
                    <a:lnTo>
                      <a:pt x="3845800" y="4013780"/>
                    </a:lnTo>
                    <a:lnTo>
                      <a:pt x="4597480" y="3588260"/>
                    </a:lnTo>
                    <a:lnTo>
                      <a:pt x="753760" y="3740"/>
                    </a:lnTo>
                    <a:lnTo>
                      <a:pt x="1720" y="429260"/>
                    </a:lnTo>
                    <a:lnTo>
                      <a:pt x="1791280" y="2097860"/>
                    </a:lnTo>
                    <a:close/>
                  </a:path>
                </a:pathLst>
              </a:custGeom>
              <a:solidFill>
                <a:srgbClr val="C9D6B8"/>
              </a:solidFill>
              <a:ln>
                <a:noFill/>
              </a:ln>
            </p:spPr>
          </p:sp>
        </p:grpSp>
        <p:grpSp>
          <p:nvGrpSpPr>
            <p:cNvPr id="20" name="image_1:overlay:zone_sanitary"/>
            <p:cNvGrpSpPr/>
            <p:nvPr/>
          </p:nvGrpSpPr>
          <p:grpSpPr>
            <a:xfrm>
              <a:off x="4305300" y="4648200"/>
              <a:ext cx="2794000" cy="2070100"/>
              <a:chOff x="4305300" y="4648200"/>
              <a:chExt cx="2794000" cy="2070100"/>
            </a:xfrm>
          </p:grpSpPr>
          <p:sp>
            <p:nvSpPr>
              <p:cNvPr id="18" name="image_1:overlay:zone_sanitary:zouit:00-00-6.1"/>
              <p:cNvSpPr/>
              <p:nvPr/>
            </p:nvSpPr>
            <p:spPr>
              <a:xfrm>
                <a:off x="4305300" y="4648200"/>
                <a:ext cx="2794000" cy="2070100"/>
              </a:xfrm>
              <a:custGeom>
                <a:avLst/>
                <a:gdLst/>
                <a:ahLst/>
                <a:cxnLst/>
                <a:rect l="0" t="0" r="r" b="b"/>
                <a:pathLst>
                  <a:path w="2794000" h="2070100" fill="none">
                    <a:moveTo>
                      <a:pt x="1369940" y="2063880"/>
                    </a:moveTo>
                    <a:lnTo>
                      <a:pt x="2791220" y="1417680"/>
                    </a:lnTo>
                    <a:lnTo>
                      <a:pt x="2399900" y="771120"/>
                    </a:lnTo>
                    <a:lnTo>
                      <a:pt x="1379300" y="7200"/>
                    </a:lnTo>
                    <a:lnTo>
                      <a:pt x="860" y="78732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6E6B66"/>
                </a:solidFill>
                <a:custDash>
                  <a:ds d="1200000" sp="600000"/>
                </a:custDash>
                <a:round/>
              </a:ln>
            </p:spPr>
          </p:sp>
          <p:sp>
            <p:nvSpPr>
              <p:cNvPr id="19" name="image_1:overlay:zone_sanitary:zouit:00-00-6.1-hatch"/>
              <p:cNvSpPr/>
              <p:nvPr/>
            </p:nvSpPr>
            <p:spPr>
              <a:xfrm>
                <a:off x="4318000" y="4660900"/>
                <a:ext cx="2768600" cy="2032000"/>
              </a:xfrm>
              <a:custGeom>
                <a:avLst/>
                <a:gdLst/>
                <a:ahLst/>
                <a:cxnLst/>
                <a:rect l="0" t="0" r="r" b="b"/>
                <a:pathLst>
                  <a:path w="2768600" h="2032000" fill="none">
                    <a:moveTo>
                      <a:pt x="2189" y="787701"/>
                    </a:moveTo>
                    <a:lnTo>
                      <a:pt x="50616" y="739273"/>
                    </a:lnTo>
                    <a:moveTo>
                      <a:pt x="54881" y="836832"/>
                    </a:moveTo>
                    <a:lnTo>
                      <a:pt x="285202" y="606511"/>
                    </a:lnTo>
                    <a:moveTo>
                      <a:pt x="107573" y="885963"/>
                    </a:moveTo>
                    <a:lnTo>
                      <a:pt x="519788" y="473748"/>
                    </a:lnTo>
                    <a:moveTo>
                      <a:pt x="160265" y="935095"/>
                    </a:moveTo>
                    <a:lnTo>
                      <a:pt x="754374" y="340986"/>
                    </a:lnTo>
                    <a:moveTo>
                      <a:pt x="212957" y="984226"/>
                    </a:moveTo>
                    <a:lnTo>
                      <a:pt x="988960" y="208223"/>
                    </a:lnTo>
                    <a:moveTo>
                      <a:pt x="265649" y="1033357"/>
                    </a:moveTo>
                    <a:lnTo>
                      <a:pt x="1223546" y="75461"/>
                    </a:lnTo>
                    <a:moveTo>
                      <a:pt x="318341" y="1082488"/>
                    </a:moveTo>
                    <a:lnTo>
                      <a:pt x="1389322" y="11508"/>
                    </a:lnTo>
                    <a:moveTo>
                      <a:pt x="371034" y="1131620"/>
                    </a:moveTo>
                    <a:lnTo>
                      <a:pt x="1447557" y="55096"/>
                    </a:lnTo>
                    <a:moveTo>
                      <a:pt x="423726" y="1180751"/>
                    </a:moveTo>
                    <a:lnTo>
                      <a:pt x="1505792" y="98685"/>
                    </a:lnTo>
                    <a:moveTo>
                      <a:pt x="476418" y="1229882"/>
                    </a:moveTo>
                    <a:lnTo>
                      <a:pt x="1564026" y="142274"/>
                    </a:lnTo>
                    <a:moveTo>
                      <a:pt x="529110" y="1279013"/>
                    </a:moveTo>
                    <a:lnTo>
                      <a:pt x="1622261" y="185862"/>
                    </a:lnTo>
                    <a:moveTo>
                      <a:pt x="581802" y="1328145"/>
                    </a:moveTo>
                    <a:lnTo>
                      <a:pt x="1680496" y="229451"/>
                    </a:lnTo>
                    <a:moveTo>
                      <a:pt x="634494" y="1377276"/>
                    </a:moveTo>
                    <a:lnTo>
                      <a:pt x="1738730" y="273040"/>
                    </a:lnTo>
                    <a:moveTo>
                      <a:pt x="687186" y="1426407"/>
                    </a:moveTo>
                    <a:lnTo>
                      <a:pt x="1796965" y="316629"/>
                    </a:lnTo>
                    <a:moveTo>
                      <a:pt x="739878" y="1475539"/>
                    </a:moveTo>
                    <a:lnTo>
                      <a:pt x="1855200" y="360217"/>
                    </a:lnTo>
                    <a:moveTo>
                      <a:pt x="792570" y="1524670"/>
                    </a:moveTo>
                    <a:lnTo>
                      <a:pt x="1913434" y="403806"/>
                    </a:lnTo>
                    <a:moveTo>
                      <a:pt x="845263" y="1573801"/>
                    </a:moveTo>
                    <a:lnTo>
                      <a:pt x="1971669" y="447395"/>
                    </a:lnTo>
                    <a:moveTo>
                      <a:pt x="897955" y="1622932"/>
                    </a:moveTo>
                    <a:lnTo>
                      <a:pt x="2029904" y="490983"/>
                    </a:lnTo>
                    <a:moveTo>
                      <a:pt x="950647" y="1672064"/>
                    </a:moveTo>
                    <a:lnTo>
                      <a:pt x="2088138" y="534572"/>
                    </a:lnTo>
                    <a:moveTo>
                      <a:pt x="1003339" y="1721195"/>
                    </a:moveTo>
                    <a:lnTo>
                      <a:pt x="2146373" y="578161"/>
                    </a:lnTo>
                    <a:moveTo>
                      <a:pt x="1056031" y="1770326"/>
                    </a:moveTo>
                    <a:lnTo>
                      <a:pt x="2204608" y="621749"/>
                    </a:lnTo>
                    <a:moveTo>
                      <a:pt x="1108723" y="1819457"/>
                    </a:moveTo>
                    <a:lnTo>
                      <a:pt x="2262842" y="665338"/>
                    </a:lnTo>
                    <a:moveTo>
                      <a:pt x="1161415" y="1868589"/>
                    </a:moveTo>
                    <a:lnTo>
                      <a:pt x="2321077" y="708927"/>
                    </a:lnTo>
                    <a:moveTo>
                      <a:pt x="1214107" y="1917720"/>
                    </a:moveTo>
                    <a:lnTo>
                      <a:pt x="2379312" y="752516"/>
                    </a:lnTo>
                    <a:moveTo>
                      <a:pt x="1266799" y="1966851"/>
                    </a:moveTo>
                    <a:lnTo>
                      <a:pt x="2420391" y="813260"/>
                    </a:lnTo>
                    <a:moveTo>
                      <a:pt x="1319492" y="2015982"/>
                    </a:moveTo>
                    <a:lnTo>
                      <a:pt x="2458782" y="876692"/>
                    </a:lnTo>
                    <a:moveTo>
                      <a:pt x="1410193" y="2027104"/>
                    </a:moveTo>
                    <a:lnTo>
                      <a:pt x="2497173" y="940124"/>
                    </a:lnTo>
                    <a:moveTo>
                      <a:pt x="1596909" y="1942212"/>
                    </a:moveTo>
                    <a:lnTo>
                      <a:pt x="2535565" y="1003556"/>
                    </a:lnTo>
                    <a:moveTo>
                      <a:pt x="1783624" y="1857320"/>
                    </a:moveTo>
                    <a:lnTo>
                      <a:pt x="2573956" y="1066988"/>
                    </a:lnTo>
                    <a:moveTo>
                      <a:pt x="1970340" y="1772428"/>
                    </a:moveTo>
                    <a:lnTo>
                      <a:pt x="2612347" y="1130420"/>
                    </a:lnTo>
                    <a:moveTo>
                      <a:pt x="2157055" y="1687535"/>
                    </a:moveTo>
                    <a:lnTo>
                      <a:pt x="2650738" y="1193852"/>
                    </a:lnTo>
                    <a:moveTo>
                      <a:pt x="2343771" y="1602643"/>
                    </a:moveTo>
                    <a:lnTo>
                      <a:pt x="2689130" y="1257285"/>
                    </a:lnTo>
                    <a:moveTo>
                      <a:pt x="2530487" y="1517751"/>
                    </a:moveTo>
                    <a:lnTo>
                      <a:pt x="2727521" y="1320717"/>
                    </a:lnTo>
                    <a:moveTo>
                      <a:pt x="2717202" y="1432859"/>
                    </a:moveTo>
                    <a:lnTo>
                      <a:pt x="2765912" y="1384149"/>
                    </a:lnTo>
                  </a:path>
                </a:pathLst>
              </a:custGeom>
              <a:noFill/>
              <a:ln w="6480" cap="flat">
                <a:solidFill>
                  <a:srgbClr val="6E6B66"/>
                </a:solidFill>
                <a:prstDash val="solid"/>
                <a:round/>
              </a:ln>
            </p:spPr>
          </p:sp>
        </p:grpSp>
        <p:grpSp>
          <p:nvGrpSpPr>
            <p:cNvPr id="22" name="image_1:overlay:territory"/>
            <p:cNvGrpSpPr/>
            <p:nvPr/>
          </p:nvGrpSpPr>
          <p:grpSpPr>
            <a:xfrm>
              <a:off x="4445000" y="3594100"/>
              <a:ext cx="6223000" cy="4724400"/>
              <a:chOff x="4445000" y="3594100"/>
              <a:chExt cx="6223000" cy="4724400"/>
            </a:xfrm>
          </p:grpSpPr>
          <p:sp>
            <p:nvSpPr>
              <p:cNvPr id="21" name="image_1:overlay:territory:boundary_planning:ga9cdffac6b20"/>
              <p:cNvSpPr/>
              <p:nvPr/>
            </p:nvSpPr>
            <p:spPr>
              <a:xfrm>
                <a:off x="4445000" y="3594100"/>
                <a:ext cx="6223000" cy="4724400"/>
              </a:xfrm>
              <a:custGeom>
                <a:avLst/>
                <a:gdLst/>
                <a:ahLst/>
                <a:cxnLst/>
                <a:rect l="0" t="0" r="r" b="b"/>
                <a:pathLst>
                  <a:path w="6223000" h="4724400" fill="none">
                    <a:moveTo>
                      <a:pt x="3045720" y="4716380"/>
                    </a:moveTo>
                    <a:lnTo>
                      <a:pt x="6165840" y="2946980"/>
                    </a:lnTo>
                    <a:lnTo>
                      <a:pt x="6215520" y="2676260"/>
                    </a:lnTo>
                    <a:lnTo>
                      <a:pt x="4854000" y="1398620"/>
                    </a:lnTo>
                    <a:lnTo>
                      <a:pt x="3339480" y="7940"/>
                    </a:lnTo>
                    <a:lnTo>
                      <a:pt x="7320" y="1888940"/>
                    </a:lnTo>
                    <a:close/>
                  </a:path>
                </a:pathLst>
              </a:custGeom>
              <a:noFill/>
              <a:ln w="25200" cap="flat">
                <a:solidFill>
                  <a:srgbClr val="211F1A"/>
                </a:solidFill>
                <a:prstDash val="solid"/>
                <a:round/>
              </a:ln>
            </p:spPr>
          </p:sp>
        </p:grpSp>
        <p:grpSp>
          <p:nvGrpSpPr>
            <p:cNvPr id="26" name="image_1:overlay:labels_zoning"/>
            <p:cNvGrpSpPr/>
            <p:nvPr/>
          </p:nvGrpSpPr>
          <p:grpSpPr>
            <a:xfrm>
              <a:off x="5676900" y="5461000"/>
              <a:ext cx="2997200" cy="1917700"/>
              <a:chOff x="5676900" y="5461000"/>
              <a:chExt cx="2997200" cy="1917700"/>
            </a:xfrm>
          </p:grpSpPr>
          <p:sp>
            <p:nvSpPr>
              <p:cNvPr id="23" name="image_1:overlay:labels_zoning:zones_pzz:00-00-7.1"/>
              <p:cNvSpPr txBox="1"/>
              <p:nvPr/>
            </p:nvSpPr>
            <p:spPr>
              <a:xfrm>
                <a:off x="5676900" y="6248400"/>
                <a:ext cx="1397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Р-1</a:t>
                </a:r>
              </a:p>
            </p:txBody>
          </p:sp>
          <p:sp>
            <p:nvSpPr>
              <p:cNvPr id="24" name="image_1:overlay:labels_zoning:zones_pzz:00-00-7.2"/>
              <p:cNvSpPr txBox="1"/>
              <p:nvPr/>
            </p:nvSpPr>
            <p:spPr>
              <a:xfrm>
                <a:off x="6578600" y="5461000"/>
                <a:ext cx="2159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ОД-1</a:t>
                </a:r>
              </a:p>
            </p:txBody>
          </p:sp>
          <p:sp>
            <p:nvSpPr>
              <p:cNvPr id="25" name="image_1:overlay:labels_zoning:zones_pzz:00-00-7.3"/>
              <p:cNvSpPr txBox="1"/>
              <p:nvPr/>
            </p:nvSpPr>
            <p:spPr>
              <a:xfrm>
                <a:off x="8509000" y="7251700"/>
                <a:ext cx="1651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Ж-3</a:t>
                </a:r>
              </a:p>
            </p:txBody>
          </p:sp>
        </p:grpSp>
        <p:grpSp>
          <p:nvGrpSpPr>
            <p:cNvPr id="39" name="image_1:overlay:legend"/>
            <p:cNvGrpSpPr/>
            <p:nvPr/>
          </p:nvGrpSpPr>
          <p:grpSpPr>
            <a:xfrm>
              <a:off x="1244600" y="7772400"/>
              <a:ext cx="2501900" cy="1473200"/>
              <a:chOff x="1244600" y="7772400"/>
              <a:chExt cx="2501900" cy="1473200"/>
            </a:xfrm>
          </p:grpSpPr>
          <p:sp>
            <p:nvSpPr>
              <p:cNvPr id="27" name="image_1:overlay:legend:plate"/>
              <p:cNvSpPr/>
              <p:nvPr/>
            </p:nvSpPr>
            <p:spPr>
              <a:xfrm>
                <a:off x="1244600" y="7772400"/>
                <a:ext cx="2501900" cy="1473200"/>
              </a:xfrm>
              <a:custGeom>
                <a:avLst/>
                <a:gdLst/>
                <a:ahLst/>
                <a:cxnLst/>
                <a:rect l="0" t="0" r="r" b="b"/>
                <a:pathLst>
                  <a:path w="2501900" h="1473200">
                    <a:moveTo>
                      <a:pt x="120" y="12480"/>
                    </a:moveTo>
                    <a:lnTo>
                      <a:pt x="2492539" y="12480"/>
                    </a:lnTo>
                    <a:lnTo>
                      <a:pt x="2492539" y="1473160"/>
                    </a:lnTo>
                    <a:lnTo>
                      <a:pt x="120" y="14731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image_1:overlay:legend:swatch-territory"/>
              <p:cNvSpPr/>
              <p:nvPr/>
            </p:nvSpPr>
            <p:spPr>
              <a:xfrm>
                <a:off x="1422400" y="7975600"/>
                <a:ext cx="2286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228600" h="152400" fill="none">
                    <a:moveTo>
                      <a:pt x="160" y="4020"/>
                    </a:moveTo>
                    <a:lnTo>
                      <a:pt x="216160" y="4020"/>
                    </a:lnTo>
                    <a:lnTo>
                      <a:pt x="216160" y="148020"/>
                    </a:lnTo>
                    <a:lnTo>
                      <a:pt x="160" y="148020"/>
                    </a:lnTo>
                    <a:close/>
                  </a:path>
                </a:pathLst>
              </a:custGeom>
              <a:noFill/>
              <a:ln w="25200" cap="flat">
                <a:solidFill>
                  <a:srgbClr val="211F1A"/>
                </a:solidFill>
                <a:prstDash val="solid"/>
                <a:round/>
              </a:ln>
            </p:spPr>
          </p:sp>
          <p:sp>
            <p:nvSpPr>
              <p:cNvPr id="29" name="image_1:overlay:legend:label-territory"/>
              <p:cNvSpPr txBox="1"/>
              <p:nvPr/>
            </p:nvSpPr>
            <p:spPr>
              <a:xfrm>
                <a:off x="1714500" y="7962900"/>
                <a:ext cx="18542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1000" b="0" i="0" dirty="0">
                    <a:solidFill>
                      <a:srgbClr val="211F1A"/>
                    </a:solidFill>
                    <a:latin typeface="Open Sans"/>
                  </a:rPr>
                  <a:t>Граница проекта планировки</a:t>
                </a:r>
              </a:p>
            </p:txBody>
          </p:sp>
          <p:sp>
            <p:nvSpPr>
              <p:cNvPr id="30" name="image_1:overlay:legend:swatch-zone_sanitary"/>
              <p:cNvSpPr/>
              <p:nvPr/>
            </p:nvSpPr>
            <p:spPr>
              <a:xfrm>
                <a:off x="1422400" y="8204200"/>
                <a:ext cx="2286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228600" h="152400" fill="none">
                    <a:moveTo>
                      <a:pt x="160" y="7220"/>
                    </a:moveTo>
                    <a:lnTo>
                      <a:pt x="216160" y="7220"/>
                    </a:lnTo>
                    <a:lnTo>
                      <a:pt x="216160" y="151220"/>
                    </a:lnTo>
                    <a:lnTo>
                      <a:pt x="160" y="15122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6E6B66"/>
                </a:solidFill>
                <a:custDash>
                  <a:ds d="1200000" sp="600000"/>
                </a:custDash>
                <a:round/>
              </a:ln>
            </p:spPr>
          </p:sp>
          <p:sp>
            <p:nvSpPr>
              <p:cNvPr id="31" name="image_1:overlay:legend:swatch-zone_sanitary-hatch"/>
              <p:cNvSpPr/>
              <p:nvPr/>
            </p:nvSpPr>
            <p:spPr>
              <a:xfrm>
                <a:off x="1422400" y="8204200"/>
                <a:ext cx="2286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228600" h="152400" fill="none">
                    <a:moveTo>
                      <a:pt x="160" y="40206"/>
                    </a:moveTo>
                    <a:lnTo>
                      <a:pt x="33146" y="7220"/>
                    </a:lnTo>
                    <a:moveTo>
                      <a:pt x="160" y="142030"/>
                    </a:moveTo>
                    <a:lnTo>
                      <a:pt x="134970" y="7220"/>
                    </a:lnTo>
                    <a:moveTo>
                      <a:pt x="92793" y="151220"/>
                    </a:moveTo>
                    <a:lnTo>
                      <a:pt x="216160" y="27853"/>
                    </a:lnTo>
                    <a:moveTo>
                      <a:pt x="194616" y="151220"/>
                    </a:moveTo>
                    <a:lnTo>
                      <a:pt x="216160" y="129676"/>
                    </a:lnTo>
                  </a:path>
                </a:pathLst>
              </a:custGeom>
              <a:noFill/>
              <a:ln w="6480" cap="flat">
                <a:solidFill>
                  <a:srgbClr val="6E6B66"/>
                </a:solidFill>
                <a:prstDash val="solid"/>
                <a:round/>
              </a:ln>
            </p:spPr>
          </p:sp>
          <p:sp>
            <p:nvSpPr>
              <p:cNvPr id="32" name="image_1:overlay:legend:label-zone_sanitary"/>
              <p:cNvSpPr txBox="1"/>
              <p:nvPr/>
            </p:nvSpPr>
            <p:spPr>
              <a:xfrm>
                <a:off x="1714500" y="8191500"/>
                <a:ext cx="16510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1000" b="0" i="0" dirty="0">
                    <a:solidFill>
                      <a:srgbClr val="211F1A"/>
                    </a:solidFill>
                    <a:latin typeface="Open Sans"/>
                  </a:rPr>
                  <a:t>Санитарно-защитная зона</a:t>
                </a:r>
              </a:p>
            </p:txBody>
          </p:sp>
          <p:sp>
            <p:nvSpPr>
              <p:cNvPr id="33" name="image_1:overlay:legend:swatch-zoning-Ж"/>
              <p:cNvSpPr/>
              <p:nvPr/>
            </p:nvSpPr>
            <p:spPr>
              <a:xfrm>
                <a:off x="1422400" y="8432800"/>
                <a:ext cx="228600" cy="165100"/>
              </a:xfrm>
              <a:custGeom>
                <a:avLst/>
                <a:gdLst/>
                <a:ahLst/>
                <a:cxnLst/>
                <a:rect l="0" t="0" r="r" b="b"/>
                <a:pathLst>
                  <a:path w="228600" h="165100">
                    <a:moveTo>
                      <a:pt x="160" y="10420"/>
                    </a:moveTo>
                    <a:lnTo>
                      <a:pt x="216160" y="10420"/>
                    </a:lnTo>
                    <a:lnTo>
                      <a:pt x="216160" y="154420"/>
                    </a:lnTo>
                    <a:lnTo>
                      <a:pt x="160" y="154420"/>
                    </a:lnTo>
                    <a:close/>
                  </a:path>
                </a:pathLst>
              </a:custGeom>
              <a:solidFill>
                <a:srgbClr val="F9F0E1"/>
              </a:solidFill>
              <a:ln w="9000" cap="flat">
                <a:solidFill>
                  <a:srgbClr val="BFBFBF"/>
                </a:solidFill>
                <a:prstDash val="solid"/>
                <a:round/>
              </a:ln>
            </p:spPr>
          </p:sp>
          <p:sp>
            <p:nvSpPr>
              <p:cNvPr id="34" name="image_1:overlay:legend:label-zoning-Ж"/>
              <p:cNvSpPr txBox="1"/>
              <p:nvPr/>
            </p:nvSpPr>
            <p:spPr>
              <a:xfrm>
                <a:off x="1714500" y="8432800"/>
                <a:ext cx="6223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1000" b="0" i="0" dirty="0">
                    <a:solidFill>
                      <a:srgbClr val="211F1A"/>
                    </a:solidFill>
                    <a:latin typeface="Open Sans"/>
                  </a:rPr>
                  <a:t>Жилая (Ж)</a:t>
                </a:r>
              </a:p>
            </p:txBody>
          </p:sp>
          <p:sp>
            <p:nvSpPr>
              <p:cNvPr id="35" name="image_1:overlay:legend:swatch-zoning-ОД"/>
              <p:cNvSpPr/>
              <p:nvPr/>
            </p:nvSpPr>
            <p:spPr>
              <a:xfrm>
                <a:off x="1422400" y="8674100"/>
                <a:ext cx="2286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228600" h="152400">
                    <a:moveTo>
                      <a:pt x="160" y="920"/>
                    </a:moveTo>
                    <a:lnTo>
                      <a:pt x="216160" y="920"/>
                    </a:lnTo>
                    <a:lnTo>
                      <a:pt x="216160" y="144920"/>
                    </a:lnTo>
                    <a:lnTo>
                      <a:pt x="160" y="144920"/>
                    </a:lnTo>
                    <a:close/>
                  </a:path>
                </a:pathLst>
              </a:custGeom>
              <a:solidFill>
                <a:srgbClr val="CEABA7"/>
              </a:solidFill>
              <a:ln>
                <a:noFill/>
              </a:ln>
            </p:spPr>
          </p:sp>
          <p:sp>
            <p:nvSpPr>
              <p:cNvPr id="36" name="image_1:overlay:legend:label-zoning-ОД"/>
              <p:cNvSpPr txBox="1"/>
              <p:nvPr/>
            </p:nvSpPr>
            <p:spPr>
              <a:xfrm>
                <a:off x="1714500" y="8661400"/>
                <a:ext cx="17145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1000" b="0" i="0" dirty="0">
                    <a:solidFill>
                      <a:srgbClr val="211F1A"/>
                    </a:solidFill>
                    <a:latin typeface="Open Sans"/>
                  </a:rPr>
                  <a:t>Общественно-деловая (ОД)</a:t>
                </a:r>
              </a:p>
            </p:txBody>
          </p:sp>
          <p:sp>
            <p:nvSpPr>
              <p:cNvPr id="37" name="image_1:overlay:legend:swatch-zoning-Р"/>
              <p:cNvSpPr/>
              <p:nvPr/>
            </p:nvSpPr>
            <p:spPr>
              <a:xfrm>
                <a:off x="1422400" y="8902700"/>
                <a:ext cx="2286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228600" h="152400">
                    <a:moveTo>
                      <a:pt x="160" y="4120"/>
                    </a:moveTo>
                    <a:lnTo>
                      <a:pt x="216160" y="4120"/>
                    </a:lnTo>
                    <a:lnTo>
                      <a:pt x="216160" y="148120"/>
                    </a:lnTo>
                    <a:lnTo>
                      <a:pt x="160" y="148120"/>
                    </a:lnTo>
                    <a:close/>
                  </a:path>
                </a:pathLst>
              </a:custGeom>
              <a:solidFill>
                <a:srgbClr val="C9D6B8"/>
              </a:solidFill>
              <a:ln>
                <a:noFill/>
              </a:ln>
            </p:spPr>
          </p:sp>
          <p:sp>
            <p:nvSpPr>
              <p:cNvPr id="38" name="image_1:overlay:legend:label-zoning-Р"/>
              <p:cNvSpPr txBox="1"/>
              <p:nvPr/>
            </p:nvSpPr>
            <p:spPr>
              <a:xfrm>
                <a:off x="1714500" y="8890000"/>
                <a:ext cx="11684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1000" b="0" i="0" dirty="0">
                    <a:solidFill>
                      <a:srgbClr val="211F1A"/>
                    </a:solidFill>
                    <a:latin typeface="Open Sans"/>
                  </a:rPr>
                  <a:t>Рекреационная (Р)</a:t>
                </a:r>
              </a:p>
            </p:txBody>
          </p:sp>
        </p:grpSp>
        <p:grpSp>
          <p:nvGrpSpPr>
            <p:cNvPr id="45" name="image_1:overlay:scale_bar"/>
            <p:cNvGrpSpPr/>
            <p:nvPr/>
          </p:nvGrpSpPr>
          <p:grpSpPr>
            <a:xfrm>
              <a:off x="13271500" y="9309100"/>
              <a:ext cx="1003300" cy="292100"/>
              <a:chOff x="13271500" y="9309100"/>
              <a:chExt cx="1003300" cy="292100"/>
            </a:xfrm>
          </p:grpSpPr>
          <p:sp>
            <p:nvSpPr>
              <p:cNvPr id="40" name="image_1:overlay:scale_bar:plate"/>
              <p:cNvSpPr/>
              <p:nvPr/>
            </p:nvSpPr>
            <p:spPr>
              <a:xfrm>
                <a:off x="13271500" y="9309100"/>
                <a:ext cx="1003300" cy="292100"/>
              </a:xfrm>
              <a:custGeom>
                <a:avLst/>
                <a:gdLst/>
                <a:ahLst/>
                <a:cxnLst/>
                <a:rect l="0" t="0" r="r" b="b"/>
                <a:pathLst>
                  <a:path w="1003300" h="292100">
                    <a:moveTo>
                      <a:pt x="12475" y="2418"/>
                    </a:moveTo>
                    <a:lnTo>
                      <a:pt x="994454" y="2418"/>
                    </a:lnTo>
                    <a:lnTo>
                      <a:pt x="994454" y="290000"/>
                    </a:lnTo>
                    <a:lnTo>
                      <a:pt x="12475" y="2900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1" name="image_1:overlay:scale_bar:line"/>
              <p:cNvSpPr/>
              <p:nvPr/>
            </p:nvSpPr>
            <p:spPr>
              <a:xfrm>
                <a:off x="13335000" y="9499600"/>
                <a:ext cx="736600" cy="63500"/>
              </a:xfrm>
              <a:custGeom>
                <a:avLst/>
                <a:gdLst/>
                <a:ahLst/>
                <a:cxnLst/>
                <a:rect l="0" t="0" r="r" b="b"/>
                <a:pathLst>
                  <a:path w="736600" h="63500" fill="none">
                    <a:moveTo>
                      <a:pt x="10400" y="59000"/>
                    </a:moveTo>
                    <a:lnTo>
                      <a:pt x="730400" y="59000"/>
                    </a:lnTo>
                    <a:moveTo>
                      <a:pt x="10400" y="59000"/>
                    </a:moveTo>
                    <a:lnTo>
                      <a:pt x="10400" y="5000"/>
                    </a:lnTo>
                    <a:moveTo>
                      <a:pt x="370400" y="59000"/>
                    </a:moveTo>
                    <a:lnTo>
                      <a:pt x="370400" y="5000"/>
                    </a:lnTo>
                    <a:moveTo>
                      <a:pt x="730400" y="59000"/>
                    </a:moveTo>
                    <a:lnTo>
                      <a:pt x="730400" y="5000"/>
                    </a:lnTo>
                  </a:path>
                </a:pathLst>
              </a:custGeom>
              <a:noFill/>
              <a:ln w="9000" cap="flat">
                <a:solidFill>
                  <a:srgbClr val="211F1A"/>
                </a:solidFill>
                <a:prstDash val="solid"/>
                <a:round/>
              </a:ln>
            </p:spPr>
          </p:sp>
          <p:sp>
            <p:nvSpPr>
              <p:cNvPr id="42" name="image_1:overlay:scale_bar:label-0"/>
              <p:cNvSpPr txBox="1"/>
              <p:nvPr/>
            </p:nvSpPr>
            <p:spPr>
              <a:xfrm>
                <a:off x="13322300" y="9347200"/>
                <a:ext cx="635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0</a:t>
                </a:r>
              </a:p>
            </p:txBody>
          </p:sp>
          <p:sp>
            <p:nvSpPr>
              <p:cNvPr id="43" name="image_1:overlay:scale_bar:label-1"/>
              <p:cNvSpPr txBox="1"/>
              <p:nvPr/>
            </p:nvSpPr>
            <p:spPr>
              <a:xfrm>
                <a:off x="13652500" y="9347200"/>
                <a:ext cx="1143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50</a:t>
                </a:r>
              </a:p>
            </p:txBody>
          </p:sp>
          <p:sp>
            <p:nvSpPr>
              <p:cNvPr id="44" name="image_1:overlay:scale_bar:label-2"/>
              <p:cNvSpPr txBox="1"/>
              <p:nvPr/>
            </p:nvSpPr>
            <p:spPr>
              <a:xfrm>
                <a:off x="13995400" y="9347200"/>
                <a:ext cx="2413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100 м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K1-03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У Таганрога-Пассажирского больше школ в 15 минутах пешком</a:t>
            </a:r>
          </a:p>
          <a:p>
            <a:pPr lvl="1"/>
            <a:r>
              <a:rPr lang="ru-RU"/>
              <a:t>Один масштаб и одна легенда; счет — объекты внутри изохроны от станции</a:t>
            </a:r>
          </a:p>
        </p:txBody>
      </p:sp>
      <p:pic>
        <p:nvPicPr>
          <p:cNvPr id="4" name="image_1" descr="k1-compare-a.png"/>
          <p:cNvPicPr>
            <a:picLocks noGrp="1" noChangeAspect="1"/>
          </p:cNvPicPr>
          <p:nvPr>
            <p:ph type="pic" idx="12"/>
          </p:nvPr>
        </p:nvPicPr>
        <p:blipFill>
          <a:blip r:embed="rId2"/>
          <a:srcRect/>
          <a:stretch>
            <a:fillRect/>
          </a:stretch>
        </p:blipFill>
        <p:spPr>
          <a:xfrm>
            <a:off x="4178300" y="2133600"/>
            <a:ext cx="3288792" cy="3200400"/>
          </a:xfrm>
        </p:spPr>
      </p:pic>
      <p:sp>
        <p:nvSpPr>
          <p:cNvPr id="5" name="caption_1"/>
          <p:cNvSpPr>
            <a:spLocks noGrp="1"/>
          </p:cNvSpPr>
          <p:nvPr>
            <p:ph type="body" idx="13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От станции Таганрог-II</a:t>
            </a:r>
          </a:p>
        </p:txBody>
      </p:sp>
      <p:pic>
        <p:nvPicPr>
          <p:cNvPr id="6" name="image_2" descr="k1-compare-b.png"/>
          <p:cNvPicPr>
            <a:picLocks noGrp="1" noChangeAspect="1"/>
          </p:cNvPicPr>
          <p:nvPr>
            <p:ph type="pic" idx="14"/>
          </p:nvPr>
        </p:nvPicPr>
        <p:blipFill>
          <a:blip r:embed="rId3"/>
          <a:srcRect/>
          <a:stretch>
            <a:fillRect/>
          </a:stretch>
        </p:blipFill>
        <p:spPr>
          <a:xfrm>
            <a:off x="7645400" y="2133600"/>
            <a:ext cx="3288792" cy="3200400"/>
          </a:xfrm>
        </p:spPr>
      </p:pic>
      <p:sp>
        <p:nvSpPr>
          <p:cNvPr id="7" name="caption_2"/>
          <p:cNvSpPr>
            <a:spLocks noGrp="1"/>
          </p:cNvSpPr>
          <p:nvPr>
            <p:ph type="body" idx="15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От станции Таганрог-Пассажирский</a:t>
            </a:r>
          </a:p>
        </p:txBody>
      </p:sp>
      <p:graphicFrame>
        <p:nvGraphicFramePr>
          <p:cNvPr id="10" name="table_1"/>
          <p:cNvGraphicFramePr>
            <a:graphicFrameLocks noGrp="1"/>
          </p:cNvGraphicFramePr>
          <p:nvPr>
            <p:ph type="tbl" idx="18"/>
          </p:nvPr>
        </p:nvGraphicFramePr>
        <p:xfrm>
          <a:off x="711200" y="6223000"/>
          <a:ext cx="6756400" cy="1778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89300"/>
                <a:gridCol w="1155700"/>
                <a:gridCol w="2311400"/>
              </a:tblGrid>
              <a:tr h="355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 SemiBold"/>
                        </a:rPr>
                        <a:t>Показатель</a:t>
                      </a:r>
                    </a:p>
                  </a:txBody>
                  <a:tcPr marL="0" marR="0" marT="88900" marB="889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 SemiBold"/>
                        </a:rPr>
                        <a:t>Таганрог-II</a:t>
                      </a:r>
                    </a:p>
                  </a:txBody>
                  <a:tcPr marL="177800" marR="0" marT="88900" marB="889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 SemiBold"/>
                        </a:rPr>
                        <a:t>Таганрог-Пассажирский</a:t>
                      </a:r>
                    </a:p>
                  </a:txBody>
                  <a:tcPr marL="177800" marR="0" marT="88900" marB="889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355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"/>
                        </a:rPr>
                        <a:t>Школы в 15 минутах пешком</a:t>
                      </a:r>
                    </a:p>
                  </a:txBody>
                  <a:tcPr marL="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EB7D40"/>
                          </a:solidFill>
                          <a:latin typeface="Open Sans"/>
                        </a:rPr>
                        <a:t>2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EB7D40"/>
                          </a:solidFill>
                          <a:latin typeface="Open Sans"/>
                        </a:rPr>
                        <a:t>7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355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"/>
                        </a:rPr>
                        <a:t>Детские сады в 15 минутах пешком</a:t>
                      </a:r>
                    </a:p>
                  </a:txBody>
                  <a:tcPr marL="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EB7D40"/>
                          </a:solidFill>
                          <a:latin typeface="Open Sans"/>
                        </a:rPr>
                        <a:t>0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EB7D40"/>
                          </a:solidFill>
                          <a:latin typeface="Open Sans"/>
                        </a:rPr>
                        <a:t>2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355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"/>
                        </a:rPr>
                        <a:t>Площадь изохроны 15 минут</a:t>
                      </a:r>
                    </a:p>
                  </a:txBody>
                  <a:tcPr marL="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EB7D40"/>
                          </a:solidFill>
                          <a:latin typeface="Open Sans"/>
                        </a:rPr>
                        <a:t>229,75 га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EB7D40"/>
                          </a:solidFill>
                          <a:latin typeface="Open Sans"/>
                        </a:rPr>
                        <a:t>282,49 га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355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211F1A"/>
                          </a:solidFill>
                          <a:latin typeface="Open Sans"/>
                        </a:rPr>
                        <a:t>Улицы в изохроне 15 минут</a:t>
                      </a:r>
                    </a:p>
                  </a:txBody>
                  <a:tcPr marL="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EB7D40"/>
                          </a:solidFill>
                          <a:latin typeface="Open Sans"/>
                        </a:rPr>
                        <a:t>38,09 км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r">
                        <a:lnSpc>
                          <a:spcPts val="1400"/>
                        </a:lnSpc>
                      </a:pPr>
                      <a:r>
                        <a:rPr sz="1000" b="0" i="0" lang="ru-RU">
                          <a:solidFill>
                            <a:srgbClr val="EB7D40"/>
                          </a:solidFill>
                          <a:latin typeface="Open Sans"/>
                        </a:rPr>
                        <a:t>58,95 км</a:t>
                      </a:r>
                    </a:p>
                  </a:txBody>
                  <a:tcPr marL="177800" marR="0" marT="88900" marB="889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footer_sources"/>
          <p:cNvSpPr>
            <a:spLocks noGrp="1"/>
          </p:cNvSpPr>
          <p:nvPr>
            <p:ph type="body" idx="19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Источники: OpenStreetMap через Overture Maps 2026-09-23.0, ODbL 1.0; расчет картографа по графу OpenStreetMap через Overture Maps 2026-09-23.0, ODbL 1.0; Overture Maps Places 2026-09-23.0, CDLA-Permissive-2.0; OpenStreetMap через Overture Maps 2026-09-23.0, ODbL 1.0; Overture Maps Places 2026-09-23.0, CDLA-Permissive-2.0; карта, справочные данные, OpenStreetMap через Overture Maps 2026-09-23.0, ODbL 1.0, 09.2026</a:t>
            </a:r>
          </a:p>
        </p:txBody>
      </p:sp>
      <p:sp>
        <p:nvSpPr>
          <p:cNvPr id="12" name="footer_page"/>
          <p:cNvSpPr>
            <a:spLocks noGrp="1"/>
          </p:cNvSpPr>
          <p:nvPr>
            <p:ph type="body" idx="20"/>
          </p:nvPr>
        </p:nvSpPr>
        <p:spPr/>
        <p:txBody>
          <a:bodyPr>
            <a:noAutofit/>
          </a:bodyPr>
          <a:lstStyle/>
          <a:p>
            <a:pPr/>
            <a:r>
              <a:rPr lang="ru-RU"/>
              <a:t>3/3</a:t>
            </a:r>
          </a:p>
        </p:txBody>
      </p:sp>
      <p:grpSp>
        <p:nvGrpSpPr>
          <p:cNvPr id="21" name="legend:overlay"/>
          <p:cNvGrpSpPr/>
          <p:nvPr/>
        </p:nvGrpSpPr>
        <p:grpSpPr>
          <a:xfrm>
            <a:off x="711200" y="2133600"/>
            <a:ext cx="3289300" cy="3200400"/>
            <a:chOff x="711200" y="2133600"/>
            <a:chExt cx="3289300" cy="3200400"/>
          </a:xfrm>
        </p:grpSpPr>
        <p:sp>
          <p:nvSpPr>
            <p:cNvPr id="13" name="legend:overlay:legend:swatch-point_1"/>
            <p:cNvSpPr/>
            <p:nvPr/>
          </p:nvSpPr>
          <p:spPr>
            <a:xfrm>
              <a:off x="774700" y="4508500"/>
              <a:ext cx="88900" cy="88900"/>
            </a:xfrm>
            <a:prstGeom prst="ellipse">
              <a:avLst/>
            </a:prstGeom>
            <a:solidFill>
              <a:srgbClr val="211F1A"/>
            </a:solidFill>
            <a:ln w="9000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4" name="legend:overlay:legend:label-point_1"/>
            <p:cNvSpPr txBox="1"/>
            <p:nvPr/>
          </p:nvSpPr>
          <p:spPr>
            <a:xfrm>
              <a:off x="1003300" y="4457700"/>
              <a:ext cx="4445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ru-RU" sz="1000" b="0" i="0" dirty="0">
                  <a:solidFill>
                    <a:srgbClr val="211F1A"/>
                  </a:solidFill>
                  <a:latin typeface="Open Sans"/>
                </a:rPr>
                <a:t>Школы</a:t>
              </a:r>
            </a:p>
          </p:txBody>
        </p:sp>
        <p:sp>
          <p:nvSpPr>
            <p:cNvPr id="15" name="legend:overlay:legend:swatch-point_2"/>
            <p:cNvSpPr/>
            <p:nvPr/>
          </p:nvSpPr>
          <p:spPr>
            <a:xfrm>
              <a:off x="774700" y="4737100"/>
              <a:ext cx="88900" cy="88900"/>
            </a:xfrm>
            <a:prstGeom prst="ellipse">
              <a:avLst/>
            </a:prstGeom>
            <a:solidFill>
              <a:srgbClr val="FFFFFF"/>
            </a:solidFill>
            <a:ln w="12600" cap="flat">
              <a:solidFill>
                <a:srgbClr val="211F1A"/>
              </a:solidFill>
              <a:prstDash val="solid"/>
              <a:round/>
            </a:ln>
          </p:spPr>
        </p:sp>
        <p:sp>
          <p:nvSpPr>
            <p:cNvPr id="16" name="legend:overlay:legend:label-point_2"/>
            <p:cNvSpPr txBox="1"/>
            <p:nvPr/>
          </p:nvSpPr>
          <p:spPr>
            <a:xfrm>
              <a:off x="1003300" y="4699000"/>
              <a:ext cx="8382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ru-RU" sz="1000" b="0" i="0" dirty="0">
                  <a:solidFill>
                    <a:srgbClr val="211F1A"/>
                  </a:solidFill>
                  <a:latin typeface="Open Sans"/>
                </a:rPr>
                <a:t>Детские сады</a:t>
              </a:r>
            </a:p>
          </p:txBody>
        </p:sp>
        <p:sp>
          <p:nvSpPr>
            <p:cNvPr id="17" name="legend:overlay:legend:swatch-reach_walk"/>
            <p:cNvSpPr/>
            <p:nvPr/>
          </p:nvSpPr>
          <p:spPr>
            <a:xfrm>
              <a:off x="711200" y="4940300"/>
              <a:ext cx="228600" cy="152400"/>
            </a:xfrm>
            <a:custGeom>
              <a:avLst/>
              <a:gdLst/>
              <a:ahLst/>
              <a:cxnLst/>
              <a:rect l="0" t="0" r="r" b="b"/>
              <a:pathLst>
                <a:path w="228600" h="152400" fill="none">
                  <a:moveTo>
                    <a:pt x="0" y="1000"/>
                  </a:moveTo>
                  <a:lnTo>
                    <a:pt x="216000" y="1000"/>
                  </a:lnTo>
                  <a:lnTo>
                    <a:pt x="216000" y="145000"/>
                  </a:lnTo>
                  <a:lnTo>
                    <a:pt x="0" y="145000"/>
                  </a:lnTo>
                  <a:close/>
                </a:path>
              </a:pathLst>
            </a:custGeom>
            <a:noFill/>
            <a:ln w="18000" cap="flat">
              <a:solidFill>
                <a:srgbClr val="211F1A"/>
              </a:solidFill>
              <a:custDash>
                <a:ds d="80000" sp="200000"/>
              </a:custDash>
              <a:round/>
            </a:ln>
          </p:spPr>
        </p:sp>
        <p:sp>
          <p:nvSpPr>
            <p:cNvPr id="18" name="legend:overlay:legend:label-reach_walk"/>
            <p:cNvSpPr txBox="1"/>
            <p:nvPr/>
          </p:nvSpPr>
          <p:spPr>
            <a:xfrm>
              <a:off x="1003300" y="4927600"/>
              <a:ext cx="18034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ru-RU" sz="1000" b="0" i="0" dirty="0">
                  <a:solidFill>
                    <a:srgbClr val="211F1A"/>
                  </a:solidFill>
                  <a:latin typeface="Open Sans"/>
                </a:rPr>
                <a:t>15 минут пешком от станции</a:t>
              </a:r>
            </a:p>
          </p:txBody>
        </p:sp>
        <p:sp>
          <p:nvSpPr>
            <p:cNvPr id="19" name="legend:overlay:legend:swatch-stop"/>
            <p:cNvSpPr/>
            <p:nvPr/>
          </p:nvSpPr>
          <p:spPr>
            <a:xfrm>
              <a:off x="787400" y="5207000"/>
              <a:ext cx="76200" cy="7620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211F1A"/>
              </a:solidFill>
              <a:prstDash val="solid"/>
              <a:round/>
            </a:ln>
          </p:spPr>
        </p:sp>
        <p:sp>
          <p:nvSpPr>
            <p:cNvPr id="20" name="legend:overlay:legend:label-stop"/>
            <p:cNvSpPr txBox="1"/>
            <p:nvPr/>
          </p:nvSpPr>
          <p:spPr>
            <a:xfrm>
              <a:off x="1003300" y="5156200"/>
              <a:ext cx="1701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ru-RU" sz="1000" b="0" i="0" dirty="0">
                  <a:solidFill>
                    <a:srgbClr val="211F1A"/>
                  </a:solidFill>
                  <a:latin typeface="Open Sans"/>
                </a:rPr>
                <a:t>Железнодорожная станция</a:t>
              </a:r>
            </a:p>
          </p:txBody>
        </p:sp>
      </p:grpSp>
      <p:grpSp>
        <p:nvGrpSpPr>
          <p:cNvPr id="40" name="image_1:overlay"/>
          <p:cNvGrpSpPr/>
          <p:nvPr/>
        </p:nvGrpSpPr>
        <p:grpSpPr>
          <a:xfrm>
            <a:off x="4178300" y="2133600"/>
            <a:ext cx="3289300" cy="3200400"/>
            <a:chOff x="4178300" y="2133600"/>
            <a:chExt cx="3289300" cy="3200400"/>
          </a:xfrm>
        </p:grpSpPr>
        <p:grpSp>
          <p:nvGrpSpPr>
            <p:cNvPr id="23" name="image_1:overlay:stop"/>
            <p:cNvGrpSpPr/>
            <p:nvPr/>
          </p:nvGrpSpPr>
          <p:grpSpPr>
            <a:xfrm>
              <a:off x="5727700" y="3657600"/>
              <a:ext cx="76200" cy="76200"/>
              <a:chOff x="5727700" y="3657600"/>
              <a:chExt cx="76200" cy="76200"/>
            </a:xfrm>
          </p:grpSpPr>
          <p:sp>
            <p:nvSpPr>
              <p:cNvPr id="22" name="image_1:overlay:stop:transit_stops:osm-n1501726533"/>
              <p:cNvSpPr/>
              <p:nvPr/>
            </p:nvSpPr>
            <p:spPr>
              <a:xfrm>
                <a:off x="5727700" y="3657600"/>
                <a:ext cx="76200" cy="76200"/>
              </a:xfrm>
              <a:prstGeom prst="rect">
                <a:avLst/>
              </a:prstGeom>
              <a:solidFill>
                <a:srgbClr val="FFFFFF"/>
              </a:solidFill>
              <a:ln w="12600" cap="flat">
                <a:solidFill>
                  <a:srgbClr val="211F1A"/>
                </a:solidFill>
                <a:prstDash val="solid"/>
                <a:round/>
              </a:ln>
            </p:spPr>
          </p:sp>
        </p:grpSp>
        <p:grpSp>
          <p:nvGrpSpPr>
            <p:cNvPr id="25" name="image_1:overlay:reach_walk"/>
            <p:cNvGrpSpPr/>
            <p:nvPr/>
          </p:nvGrpSpPr>
          <p:grpSpPr>
            <a:xfrm>
              <a:off x="4775200" y="2501900"/>
              <a:ext cx="2095500" cy="2463800"/>
              <a:chOff x="4775200" y="2501900"/>
              <a:chExt cx="2095500" cy="2463800"/>
            </a:xfrm>
          </p:grpSpPr>
          <p:sp>
            <p:nvSpPr>
              <p:cNvPr id="24" name="image_1:overlay:reach_walk:isochrones:walk-15-transit_stops-osm-n1501726533"/>
              <p:cNvSpPr/>
              <p:nvPr/>
            </p:nvSpPr>
            <p:spPr>
              <a:xfrm>
                <a:off x="4775200" y="2501900"/>
                <a:ext cx="2095500" cy="2463800"/>
              </a:xfrm>
              <a:custGeom>
                <a:avLst/>
                <a:gdLst/>
                <a:ahLst/>
                <a:cxnLst/>
                <a:rect l="0" t="0" r="r" b="b"/>
                <a:pathLst>
                  <a:path w="2095500" h="2463800" fill="none">
                    <a:moveTo>
                      <a:pt x="29140" y="899620"/>
                    </a:moveTo>
                    <a:lnTo>
                      <a:pt x="35260" y="926980"/>
                    </a:lnTo>
                    <a:lnTo>
                      <a:pt x="47500" y="941020"/>
                    </a:lnTo>
                    <a:lnTo>
                      <a:pt x="73420" y="951100"/>
                    </a:lnTo>
                    <a:lnTo>
                      <a:pt x="92140" y="948580"/>
                    </a:lnTo>
                    <a:lnTo>
                      <a:pt x="114820" y="932740"/>
                    </a:lnTo>
                    <a:lnTo>
                      <a:pt x="125620" y="913300"/>
                    </a:lnTo>
                    <a:lnTo>
                      <a:pt x="184300" y="956140"/>
                    </a:lnTo>
                    <a:lnTo>
                      <a:pt x="161260" y="996460"/>
                    </a:lnTo>
                    <a:lnTo>
                      <a:pt x="127060" y="988180"/>
                    </a:lnTo>
                    <a:lnTo>
                      <a:pt x="99700" y="970180"/>
                    </a:lnTo>
                    <a:lnTo>
                      <a:pt x="71980" y="972340"/>
                    </a:lnTo>
                    <a:lnTo>
                      <a:pt x="50020" y="989260"/>
                    </a:lnTo>
                    <a:lnTo>
                      <a:pt x="41020" y="1015900"/>
                    </a:lnTo>
                    <a:lnTo>
                      <a:pt x="43540" y="1035700"/>
                    </a:lnTo>
                    <a:lnTo>
                      <a:pt x="58300" y="1058740"/>
                    </a:lnTo>
                    <a:lnTo>
                      <a:pt x="100060" y="1081420"/>
                    </a:lnTo>
                    <a:lnTo>
                      <a:pt x="68380" y="1095460"/>
                    </a:lnTo>
                    <a:lnTo>
                      <a:pt x="57940" y="1110940"/>
                    </a:lnTo>
                    <a:lnTo>
                      <a:pt x="54340" y="1129300"/>
                    </a:lnTo>
                    <a:lnTo>
                      <a:pt x="57940" y="1147660"/>
                    </a:lnTo>
                    <a:lnTo>
                      <a:pt x="69100" y="1163860"/>
                    </a:lnTo>
                    <a:lnTo>
                      <a:pt x="67300" y="1183300"/>
                    </a:lnTo>
                    <a:lnTo>
                      <a:pt x="78460" y="1208860"/>
                    </a:lnTo>
                    <a:lnTo>
                      <a:pt x="101860" y="1223980"/>
                    </a:lnTo>
                    <a:lnTo>
                      <a:pt x="127420" y="1223620"/>
                    </a:lnTo>
                    <a:lnTo>
                      <a:pt x="124180" y="1260340"/>
                    </a:lnTo>
                    <a:lnTo>
                      <a:pt x="107260" y="1288420"/>
                    </a:lnTo>
                    <a:lnTo>
                      <a:pt x="110500" y="1316140"/>
                    </a:lnTo>
                    <a:lnTo>
                      <a:pt x="128500" y="1337380"/>
                    </a:lnTo>
                    <a:lnTo>
                      <a:pt x="214180" y="1391020"/>
                    </a:lnTo>
                    <a:lnTo>
                      <a:pt x="177820" y="1465180"/>
                    </a:lnTo>
                    <a:lnTo>
                      <a:pt x="142540" y="1463020"/>
                    </a:lnTo>
                    <a:lnTo>
                      <a:pt x="119860" y="1479580"/>
                    </a:lnTo>
                    <a:lnTo>
                      <a:pt x="110140" y="1505500"/>
                    </a:lnTo>
                    <a:lnTo>
                      <a:pt x="112660" y="1524220"/>
                    </a:lnTo>
                    <a:lnTo>
                      <a:pt x="136060" y="1551220"/>
                    </a:lnTo>
                    <a:lnTo>
                      <a:pt x="132100" y="1577860"/>
                    </a:lnTo>
                    <a:lnTo>
                      <a:pt x="143980" y="1603420"/>
                    </a:lnTo>
                    <a:lnTo>
                      <a:pt x="167740" y="1617820"/>
                    </a:lnTo>
                    <a:lnTo>
                      <a:pt x="191860" y="1617460"/>
                    </a:lnTo>
                    <a:lnTo>
                      <a:pt x="169900" y="1665700"/>
                    </a:lnTo>
                    <a:lnTo>
                      <a:pt x="171340" y="1693780"/>
                    </a:lnTo>
                    <a:lnTo>
                      <a:pt x="187540" y="1716100"/>
                    </a:lnTo>
                    <a:lnTo>
                      <a:pt x="204460" y="1724020"/>
                    </a:lnTo>
                    <a:lnTo>
                      <a:pt x="222820" y="1725100"/>
                    </a:lnTo>
                    <a:lnTo>
                      <a:pt x="203020" y="1775140"/>
                    </a:lnTo>
                    <a:lnTo>
                      <a:pt x="205540" y="1793860"/>
                    </a:lnTo>
                    <a:lnTo>
                      <a:pt x="215260" y="1810060"/>
                    </a:lnTo>
                    <a:lnTo>
                      <a:pt x="239020" y="1824460"/>
                    </a:lnTo>
                    <a:lnTo>
                      <a:pt x="269260" y="1821940"/>
                    </a:lnTo>
                    <a:lnTo>
                      <a:pt x="244060" y="1879540"/>
                    </a:lnTo>
                    <a:lnTo>
                      <a:pt x="249820" y="1906540"/>
                    </a:lnTo>
                    <a:lnTo>
                      <a:pt x="269980" y="1925980"/>
                    </a:lnTo>
                    <a:lnTo>
                      <a:pt x="297340" y="1931020"/>
                    </a:lnTo>
                    <a:lnTo>
                      <a:pt x="314980" y="1925260"/>
                    </a:lnTo>
                    <a:lnTo>
                      <a:pt x="329380" y="1913020"/>
                    </a:lnTo>
                    <a:lnTo>
                      <a:pt x="439180" y="1700980"/>
                    </a:lnTo>
                    <a:lnTo>
                      <a:pt x="509740" y="1735900"/>
                    </a:lnTo>
                    <a:lnTo>
                      <a:pt x="407500" y="1955140"/>
                    </a:lnTo>
                    <a:lnTo>
                      <a:pt x="383740" y="1929580"/>
                    </a:lnTo>
                    <a:lnTo>
                      <a:pt x="365740" y="1924900"/>
                    </a:lnTo>
                    <a:lnTo>
                      <a:pt x="347020" y="1927780"/>
                    </a:lnTo>
                    <a:lnTo>
                      <a:pt x="300940" y="1948300"/>
                    </a:lnTo>
                    <a:lnTo>
                      <a:pt x="286900" y="1972060"/>
                    </a:lnTo>
                    <a:lnTo>
                      <a:pt x="286180" y="1990780"/>
                    </a:lnTo>
                    <a:lnTo>
                      <a:pt x="292660" y="2008420"/>
                    </a:lnTo>
                    <a:lnTo>
                      <a:pt x="305260" y="2022460"/>
                    </a:lnTo>
                    <a:lnTo>
                      <a:pt x="362500" y="2050180"/>
                    </a:lnTo>
                    <a:lnTo>
                      <a:pt x="336580" y="2093380"/>
                    </a:lnTo>
                    <a:lnTo>
                      <a:pt x="331900" y="2111740"/>
                    </a:lnTo>
                    <a:lnTo>
                      <a:pt x="340900" y="2145220"/>
                    </a:lnTo>
                    <a:lnTo>
                      <a:pt x="361780" y="2163940"/>
                    </a:lnTo>
                    <a:lnTo>
                      <a:pt x="389140" y="2167900"/>
                    </a:lnTo>
                    <a:lnTo>
                      <a:pt x="420820" y="2153500"/>
                    </a:lnTo>
                    <a:lnTo>
                      <a:pt x="431980" y="2138380"/>
                    </a:lnTo>
                    <a:lnTo>
                      <a:pt x="449260" y="2091580"/>
                    </a:lnTo>
                    <a:lnTo>
                      <a:pt x="657700" y="2191300"/>
                    </a:lnTo>
                    <a:lnTo>
                      <a:pt x="563740" y="2389660"/>
                    </a:lnTo>
                    <a:lnTo>
                      <a:pt x="562660" y="2408380"/>
                    </a:lnTo>
                    <a:lnTo>
                      <a:pt x="569140" y="2426020"/>
                    </a:lnTo>
                    <a:lnTo>
                      <a:pt x="599020" y="2458420"/>
                    </a:lnTo>
                    <a:lnTo>
                      <a:pt x="617020" y="2463100"/>
                    </a:lnTo>
                    <a:lnTo>
                      <a:pt x="635740" y="2460580"/>
                    </a:lnTo>
                    <a:lnTo>
                      <a:pt x="658060" y="2444020"/>
                    </a:lnTo>
                    <a:lnTo>
                      <a:pt x="758500" y="2238100"/>
                    </a:lnTo>
                    <a:lnTo>
                      <a:pt x="966580" y="2332780"/>
                    </a:lnTo>
                    <a:lnTo>
                      <a:pt x="994300" y="2330980"/>
                    </a:lnTo>
                    <a:lnTo>
                      <a:pt x="1016620" y="2314420"/>
                    </a:lnTo>
                    <a:lnTo>
                      <a:pt x="1024540" y="2297140"/>
                    </a:lnTo>
                    <a:lnTo>
                      <a:pt x="1025260" y="2278420"/>
                    </a:lnTo>
                    <a:lnTo>
                      <a:pt x="1018780" y="2261140"/>
                    </a:lnTo>
                    <a:lnTo>
                      <a:pt x="1005820" y="2247100"/>
                    </a:lnTo>
                    <a:lnTo>
                      <a:pt x="799540" y="2151340"/>
                    </a:lnTo>
                    <a:lnTo>
                      <a:pt x="848860" y="2048020"/>
                    </a:lnTo>
                    <a:lnTo>
                      <a:pt x="894940" y="2069620"/>
                    </a:lnTo>
                    <a:lnTo>
                      <a:pt x="911140" y="2100940"/>
                    </a:lnTo>
                    <a:lnTo>
                      <a:pt x="933820" y="2117500"/>
                    </a:lnTo>
                    <a:lnTo>
                      <a:pt x="961540" y="2118580"/>
                    </a:lnTo>
                    <a:lnTo>
                      <a:pt x="986020" y="2103100"/>
                    </a:lnTo>
                    <a:lnTo>
                      <a:pt x="1010860" y="2114620"/>
                    </a:lnTo>
                    <a:lnTo>
                      <a:pt x="998620" y="2148100"/>
                    </a:lnTo>
                    <a:lnTo>
                      <a:pt x="1024900" y="2255380"/>
                    </a:lnTo>
                    <a:lnTo>
                      <a:pt x="1041460" y="2277700"/>
                    </a:lnTo>
                    <a:lnTo>
                      <a:pt x="1067740" y="2287420"/>
                    </a:lnTo>
                    <a:lnTo>
                      <a:pt x="1097260" y="2279860"/>
                    </a:lnTo>
                    <a:lnTo>
                      <a:pt x="1115620" y="2258980"/>
                    </a:lnTo>
                    <a:lnTo>
                      <a:pt x="1119220" y="2231260"/>
                    </a:lnTo>
                    <a:lnTo>
                      <a:pt x="1104100" y="2182300"/>
                    </a:lnTo>
                    <a:lnTo>
                      <a:pt x="1125700" y="2173300"/>
                    </a:lnTo>
                    <a:lnTo>
                      <a:pt x="1138660" y="2158900"/>
                    </a:lnTo>
                    <a:lnTo>
                      <a:pt x="1154860" y="2111740"/>
                    </a:lnTo>
                    <a:lnTo>
                      <a:pt x="1149100" y="2082580"/>
                    </a:lnTo>
                    <a:lnTo>
                      <a:pt x="1135780" y="2067820"/>
                    </a:lnTo>
                    <a:lnTo>
                      <a:pt x="1065220" y="2033980"/>
                    </a:lnTo>
                    <a:lnTo>
                      <a:pt x="1075660" y="2012380"/>
                    </a:lnTo>
                    <a:lnTo>
                      <a:pt x="1216420" y="2081860"/>
                    </a:lnTo>
                    <a:lnTo>
                      <a:pt x="1157740" y="2205340"/>
                    </a:lnTo>
                    <a:lnTo>
                      <a:pt x="1131100" y="2221900"/>
                    </a:lnTo>
                    <a:lnTo>
                      <a:pt x="1120660" y="2247460"/>
                    </a:lnTo>
                    <a:lnTo>
                      <a:pt x="1122820" y="2266180"/>
                    </a:lnTo>
                    <a:lnTo>
                      <a:pt x="1137580" y="2298940"/>
                    </a:lnTo>
                    <a:lnTo>
                      <a:pt x="1150180" y="2312980"/>
                    </a:lnTo>
                    <a:lnTo>
                      <a:pt x="1176460" y="2321980"/>
                    </a:lnTo>
                    <a:lnTo>
                      <a:pt x="1195180" y="2319100"/>
                    </a:lnTo>
                    <a:lnTo>
                      <a:pt x="1214620" y="2305420"/>
                    </a:lnTo>
                    <a:lnTo>
                      <a:pt x="1246300" y="2299300"/>
                    </a:lnTo>
                    <a:lnTo>
                      <a:pt x="1265020" y="2278780"/>
                    </a:lnTo>
                    <a:lnTo>
                      <a:pt x="1268980" y="2251060"/>
                    </a:lnTo>
                    <a:lnTo>
                      <a:pt x="1254940" y="2224060"/>
                    </a:lnTo>
                    <a:lnTo>
                      <a:pt x="1351060" y="2019220"/>
                    </a:lnTo>
                    <a:lnTo>
                      <a:pt x="1419820" y="2065660"/>
                    </a:lnTo>
                    <a:lnTo>
                      <a:pt x="1383820" y="2113900"/>
                    </a:lnTo>
                    <a:lnTo>
                      <a:pt x="1380220" y="2133340"/>
                    </a:lnTo>
                    <a:lnTo>
                      <a:pt x="1390300" y="2161060"/>
                    </a:lnTo>
                    <a:lnTo>
                      <a:pt x="1416220" y="2180140"/>
                    </a:lnTo>
                    <a:lnTo>
                      <a:pt x="1425580" y="2207860"/>
                    </a:lnTo>
                    <a:lnTo>
                      <a:pt x="1439260" y="2220820"/>
                    </a:lnTo>
                    <a:lnTo>
                      <a:pt x="1488940" y="2233780"/>
                    </a:lnTo>
                    <a:lnTo>
                      <a:pt x="1568140" y="2213260"/>
                    </a:lnTo>
                    <a:lnTo>
                      <a:pt x="1591540" y="2182300"/>
                    </a:lnTo>
                    <a:lnTo>
                      <a:pt x="1617820" y="2196340"/>
                    </a:lnTo>
                    <a:lnTo>
                      <a:pt x="1636540" y="2197060"/>
                    </a:lnTo>
                    <a:lnTo>
                      <a:pt x="1654180" y="2190220"/>
                    </a:lnTo>
                    <a:lnTo>
                      <a:pt x="1671100" y="2170780"/>
                    </a:lnTo>
                    <a:lnTo>
                      <a:pt x="1701340" y="2163940"/>
                    </a:lnTo>
                    <a:lnTo>
                      <a:pt x="1733380" y="2123260"/>
                    </a:lnTo>
                    <a:lnTo>
                      <a:pt x="1734820" y="2089420"/>
                    </a:lnTo>
                    <a:lnTo>
                      <a:pt x="1750300" y="2067820"/>
                    </a:lnTo>
                    <a:lnTo>
                      <a:pt x="1846420" y="2134780"/>
                    </a:lnTo>
                    <a:lnTo>
                      <a:pt x="1874140" y="2138380"/>
                    </a:lnTo>
                    <a:lnTo>
                      <a:pt x="1891780" y="2131900"/>
                    </a:lnTo>
                    <a:lnTo>
                      <a:pt x="1905100" y="2118940"/>
                    </a:lnTo>
                    <a:lnTo>
                      <a:pt x="1913020" y="2101660"/>
                    </a:lnTo>
                    <a:lnTo>
                      <a:pt x="1910860" y="2073940"/>
                    </a:lnTo>
                    <a:lnTo>
                      <a:pt x="1893940" y="2051980"/>
                    </a:lnTo>
                    <a:lnTo>
                      <a:pt x="1843900" y="2016340"/>
                    </a:lnTo>
                    <a:lnTo>
                      <a:pt x="1898260" y="1942180"/>
                    </a:lnTo>
                    <a:lnTo>
                      <a:pt x="1928500" y="1968820"/>
                    </a:lnTo>
                    <a:lnTo>
                      <a:pt x="1913380" y="1989340"/>
                    </a:lnTo>
                    <a:lnTo>
                      <a:pt x="1908700" y="2017060"/>
                    </a:lnTo>
                    <a:lnTo>
                      <a:pt x="1914460" y="2034700"/>
                    </a:lnTo>
                    <a:lnTo>
                      <a:pt x="1934620" y="2054140"/>
                    </a:lnTo>
                    <a:lnTo>
                      <a:pt x="1952620" y="2059180"/>
                    </a:lnTo>
                    <a:lnTo>
                      <a:pt x="1971340" y="2056660"/>
                    </a:lnTo>
                    <a:lnTo>
                      <a:pt x="1999420" y="2033620"/>
                    </a:lnTo>
                    <a:lnTo>
                      <a:pt x="2022100" y="2049820"/>
                    </a:lnTo>
                    <a:lnTo>
                      <a:pt x="2049820" y="2051260"/>
                    </a:lnTo>
                    <a:lnTo>
                      <a:pt x="2067100" y="2043700"/>
                    </a:lnTo>
                    <a:lnTo>
                      <a:pt x="2079700" y="2030020"/>
                    </a:lnTo>
                    <a:lnTo>
                      <a:pt x="2086900" y="2003020"/>
                    </a:lnTo>
                    <a:lnTo>
                      <a:pt x="2082580" y="1984660"/>
                    </a:lnTo>
                    <a:lnTo>
                      <a:pt x="2071420" y="1969540"/>
                    </a:lnTo>
                    <a:lnTo>
                      <a:pt x="1842820" y="1764700"/>
                    </a:lnTo>
                    <a:lnTo>
                      <a:pt x="1918060" y="1677220"/>
                    </a:lnTo>
                    <a:lnTo>
                      <a:pt x="1927780" y="1676500"/>
                    </a:lnTo>
                    <a:lnTo>
                      <a:pt x="1985020" y="1729420"/>
                    </a:lnTo>
                    <a:lnTo>
                      <a:pt x="2010220" y="1741660"/>
                    </a:lnTo>
                    <a:lnTo>
                      <a:pt x="2037940" y="1737700"/>
                    </a:lnTo>
                    <a:lnTo>
                      <a:pt x="2053060" y="1726900"/>
                    </a:lnTo>
                    <a:lnTo>
                      <a:pt x="2062780" y="1711060"/>
                    </a:lnTo>
                    <a:lnTo>
                      <a:pt x="2065660" y="1692340"/>
                    </a:lnTo>
                    <a:lnTo>
                      <a:pt x="2058460" y="1649860"/>
                    </a:lnTo>
                    <a:lnTo>
                      <a:pt x="2014180" y="1601260"/>
                    </a:lnTo>
                    <a:lnTo>
                      <a:pt x="2021740" y="1575340"/>
                    </a:lnTo>
                    <a:lnTo>
                      <a:pt x="2012740" y="1547620"/>
                    </a:lnTo>
                    <a:lnTo>
                      <a:pt x="2015980" y="1524580"/>
                    </a:lnTo>
                    <a:lnTo>
                      <a:pt x="2010220" y="1506580"/>
                    </a:lnTo>
                    <a:lnTo>
                      <a:pt x="1990420" y="1487500"/>
                    </a:lnTo>
                    <a:lnTo>
                      <a:pt x="1949020" y="1478860"/>
                    </a:lnTo>
                    <a:lnTo>
                      <a:pt x="1950460" y="1465180"/>
                    </a:lnTo>
                    <a:lnTo>
                      <a:pt x="1976380" y="1454740"/>
                    </a:lnTo>
                    <a:lnTo>
                      <a:pt x="1989340" y="1438540"/>
                    </a:lnTo>
                    <a:lnTo>
                      <a:pt x="2024260" y="1429540"/>
                    </a:lnTo>
                    <a:lnTo>
                      <a:pt x="2040460" y="1406860"/>
                    </a:lnTo>
                    <a:lnTo>
                      <a:pt x="2043340" y="1388500"/>
                    </a:lnTo>
                    <a:lnTo>
                      <a:pt x="2036140" y="1366540"/>
                    </a:lnTo>
                    <a:lnTo>
                      <a:pt x="2058100" y="1331980"/>
                    </a:lnTo>
                    <a:lnTo>
                      <a:pt x="2060620" y="1313620"/>
                    </a:lnTo>
                    <a:lnTo>
                      <a:pt x="2050540" y="1285540"/>
                    </a:lnTo>
                    <a:lnTo>
                      <a:pt x="2030740" y="1265740"/>
                    </a:lnTo>
                    <a:lnTo>
                      <a:pt x="2053420" y="1252780"/>
                    </a:lnTo>
                    <a:lnTo>
                      <a:pt x="2068900" y="1229380"/>
                    </a:lnTo>
                    <a:lnTo>
                      <a:pt x="2070700" y="1210660"/>
                    </a:lnTo>
                    <a:lnTo>
                      <a:pt x="2061340" y="1187260"/>
                    </a:lnTo>
                    <a:lnTo>
                      <a:pt x="2067100" y="1168900"/>
                    </a:lnTo>
                    <a:lnTo>
                      <a:pt x="2065660" y="1150180"/>
                    </a:lnTo>
                    <a:lnTo>
                      <a:pt x="2017420" y="1074580"/>
                    </a:lnTo>
                    <a:lnTo>
                      <a:pt x="1991860" y="1063420"/>
                    </a:lnTo>
                    <a:lnTo>
                      <a:pt x="1961260" y="1068460"/>
                    </a:lnTo>
                    <a:lnTo>
                      <a:pt x="1949740" y="1044340"/>
                    </a:lnTo>
                    <a:lnTo>
                      <a:pt x="1925980" y="1029220"/>
                    </a:lnTo>
                    <a:lnTo>
                      <a:pt x="1898260" y="1029940"/>
                    </a:lnTo>
                    <a:lnTo>
                      <a:pt x="1875580" y="1045780"/>
                    </a:lnTo>
                    <a:lnTo>
                      <a:pt x="1865500" y="1071700"/>
                    </a:lnTo>
                    <a:lnTo>
                      <a:pt x="1869100" y="1094740"/>
                    </a:lnTo>
                    <a:lnTo>
                      <a:pt x="1860100" y="1097260"/>
                    </a:lnTo>
                    <a:lnTo>
                      <a:pt x="1845340" y="1083940"/>
                    </a:lnTo>
                    <a:lnTo>
                      <a:pt x="1827340" y="1078180"/>
                    </a:lnTo>
                    <a:lnTo>
                      <a:pt x="1808620" y="1079620"/>
                    </a:lnTo>
                    <a:lnTo>
                      <a:pt x="1791700" y="1088260"/>
                    </a:lnTo>
                    <a:lnTo>
                      <a:pt x="1839580" y="979540"/>
                    </a:lnTo>
                    <a:lnTo>
                      <a:pt x="1913740" y="981340"/>
                    </a:lnTo>
                    <a:lnTo>
                      <a:pt x="1937500" y="1001500"/>
                    </a:lnTo>
                    <a:lnTo>
                      <a:pt x="1956220" y="1004740"/>
                    </a:lnTo>
                    <a:lnTo>
                      <a:pt x="1974220" y="1000780"/>
                    </a:lnTo>
                    <a:lnTo>
                      <a:pt x="2015620" y="970180"/>
                    </a:lnTo>
                    <a:lnTo>
                      <a:pt x="2026060" y="956140"/>
                    </a:lnTo>
                    <a:lnTo>
                      <a:pt x="2052700" y="957940"/>
                    </a:lnTo>
                    <a:lnTo>
                      <a:pt x="2077180" y="944620"/>
                    </a:lnTo>
                    <a:lnTo>
                      <a:pt x="2090500" y="920140"/>
                    </a:lnTo>
                    <a:lnTo>
                      <a:pt x="2087620" y="892420"/>
                    </a:lnTo>
                    <a:lnTo>
                      <a:pt x="2077180" y="876940"/>
                    </a:lnTo>
                    <a:lnTo>
                      <a:pt x="2056300" y="864700"/>
                    </a:lnTo>
                    <a:lnTo>
                      <a:pt x="2058100" y="832300"/>
                    </a:lnTo>
                    <a:lnTo>
                      <a:pt x="2028220" y="791980"/>
                    </a:lnTo>
                    <a:lnTo>
                      <a:pt x="2002300" y="781900"/>
                    </a:lnTo>
                    <a:lnTo>
                      <a:pt x="1970620" y="790540"/>
                    </a:lnTo>
                    <a:lnTo>
                      <a:pt x="1979260" y="677500"/>
                    </a:lnTo>
                    <a:lnTo>
                      <a:pt x="1968100" y="651580"/>
                    </a:lnTo>
                    <a:lnTo>
                      <a:pt x="1953700" y="640060"/>
                    </a:lnTo>
                    <a:lnTo>
                      <a:pt x="1935700" y="635020"/>
                    </a:lnTo>
                    <a:lnTo>
                      <a:pt x="1916980" y="636820"/>
                    </a:lnTo>
                    <a:lnTo>
                      <a:pt x="1898980" y="647620"/>
                    </a:lnTo>
                    <a:lnTo>
                      <a:pt x="1903300" y="586420"/>
                    </a:lnTo>
                    <a:lnTo>
                      <a:pt x="1888180" y="551860"/>
                    </a:lnTo>
                    <a:lnTo>
                      <a:pt x="1864780" y="537100"/>
                    </a:lnTo>
                    <a:lnTo>
                      <a:pt x="1829860" y="533860"/>
                    </a:lnTo>
                    <a:lnTo>
                      <a:pt x="1829860" y="489940"/>
                    </a:lnTo>
                    <a:lnTo>
                      <a:pt x="1814380" y="466900"/>
                    </a:lnTo>
                    <a:lnTo>
                      <a:pt x="1788460" y="456460"/>
                    </a:lnTo>
                    <a:lnTo>
                      <a:pt x="1757860" y="464740"/>
                    </a:lnTo>
                    <a:lnTo>
                      <a:pt x="1760380" y="432340"/>
                    </a:lnTo>
                    <a:lnTo>
                      <a:pt x="1779100" y="405340"/>
                    </a:lnTo>
                    <a:lnTo>
                      <a:pt x="1783780" y="386980"/>
                    </a:lnTo>
                    <a:lnTo>
                      <a:pt x="1780900" y="368620"/>
                    </a:lnTo>
                    <a:lnTo>
                      <a:pt x="1771180" y="352420"/>
                    </a:lnTo>
                    <a:lnTo>
                      <a:pt x="1747060" y="338380"/>
                    </a:lnTo>
                    <a:lnTo>
                      <a:pt x="1728340" y="337660"/>
                    </a:lnTo>
                    <a:lnTo>
                      <a:pt x="1703140" y="349900"/>
                    </a:lnTo>
                    <a:lnTo>
                      <a:pt x="1688740" y="367900"/>
                    </a:lnTo>
                    <a:lnTo>
                      <a:pt x="1691620" y="336580"/>
                    </a:lnTo>
                    <a:lnTo>
                      <a:pt x="1677220" y="312460"/>
                    </a:lnTo>
                    <a:lnTo>
                      <a:pt x="1661020" y="303100"/>
                    </a:lnTo>
                    <a:lnTo>
                      <a:pt x="1642660" y="300580"/>
                    </a:lnTo>
                    <a:lnTo>
                      <a:pt x="1616020" y="310300"/>
                    </a:lnTo>
                    <a:lnTo>
                      <a:pt x="1609180" y="284740"/>
                    </a:lnTo>
                    <a:lnTo>
                      <a:pt x="1596580" y="271060"/>
                    </a:lnTo>
                    <a:lnTo>
                      <a:pt x="1535020" y="252340"/>
                    </a:lnTo>
                    <a:lnTo>
                      <a:pt x="1554820" y="209500"/>
                    </a:lnTo>
                    <a:lnTo>
                      <a:pt x="1551940" y="190780"/>
                    </a:lnTo>
                    <a:lnTo>
                      <a:pt x="1536460" y="164140"/>
                    </a:lnTo>
                    <a:lnTo>
                      <a:pt x="1512700" y="149380"/>
                    </a:lnTo>
                    <a:lnTo>
                      <a:pt x="1493980" y="148300"/>
                    </a:lnTo>
                    <a:lnTo>
                      <a:pt x="1471660" y="157300"/>
                    </a:lnTo>
                    <a:lnTo>
                      <a:pt x="1456540" y="146500"/>
                    </a:lnTo>
                    <a:lnTo>
                      <a:pt x="1398220" y="132460"/>
                    </a:lnTo>
                    <a:lnTo>
                      <a:pt x="1418020" y="103660"/>
                    </a:lnTo>
                    <a:lnTo>
                      <a:pt x="1416220" y="75580"/>
                    </a:lnTo>
                    <a:lnTo>
                      <a:pt x="1399300" y="53620"/>
                    </a:lnTo>
                    <a:lnTo>
                      <a:pt x="1379860" y="45340"/>
                    </a:lnTo>
                    <a:lnTo>
                      <a:pt x="1374460" y="26260"/>
                    </a:lnTo>
                    <a:lnTo>
                      <a:pt x="1354660" y="6460"/>
                    </a:lnTo>
                    <a:lnTo>
                      <a:pt x="1327300" y="700"/>
                    </a:lnTo>
                    <a:lnTo>
                      <a:pt x="1309660" y="6100"/>
                    </a:lnTo>
                    <a:lnTo>
                      <a:pt x="1294900" y="17620"/>
                    </a:lnTo>
                    <a:lnTo>
                      <a:pt x="1284820" y="39220"/>
                    </a:lnTo>
                    <a:lnTo>
                      <a:pt x="1258180" y="60820"/>
                    </a:lnTo>
                    <a:lnTo>
                      <a:pt x="1252420" y="78820"/>
                    </a:lnTo>
                    <a:lnTo>
                      <a:pt x="1253860" y="97540"/>
                    </a:lnTo>
                    <a:lnTo>
                      <a:pt x="1262500" y="114100"/>
                    </a:lnTo>
                    <a:lnTo>
                      <a:pt x="1281580" y="128500"/>
                    </a:lnTo>
                    <a:lnTo>
                      <a:pt x="1236580" y="321100"/>
                    </a:lnTo>
                    <a:lnTo>
                      <a:pt x="1216780" y="317860"/>
                    </a:lnTo>
                    <a:lnTo>
                      <a:pt x="1190500" y="327580"/>
                    </a:lnTo>
                    <a:lnTo>
                      <a:pt x="1174300" y="350260"/>
                    </a:lnTo>
                    <a:lnTo>
                      <a:pt x="1172860" y="375460"/>
                    </a:lnTo>
                    <a:lnTo>
                      <a:pt x="1107340" y="373660"/>
                    </a:lnTo>
                    <a:lnTo>
                      <a:pt x="1128580" y="339820"/>
                    </a:lnTo>
                    <a:lnTo>
                      <a:pt x="1172500" y="191860"/>
                    </a:lnTo>
                    <a:lnTo>
                      <a:pt x="1170700" y="173140"/>
                    </a:lnTo>
                    <a:lnTo>
                      <a:pt x="1161700" y="156940"/>
                    </a:lnTo>
                    <a:lnTo>
                      <a:pt x="1138660" y="141460"/>
                    </a:lnTo>
                    <a:lnTo>
                      <a:pt x="1119940" y="139660"/>
                    </a:lnTo>
                    <a:lnTo>
                      <a:pt x="1101940" y="145060"/>
                    </a:lnTo>
                    <a:lnTo>
                      <a:pt x="1087540" y="156940"/>
                    </a:lnTo>
                    <a:lnTo>
                      <a:pt x="1068100" y="208420"/>
                    </a:lnTo>
                    <a:lnTo>
                      <a:pt x="1051180" y="190420"/>
                    </a:lnTo>
                    <a:lnTo>
                      <a:pt x="1024180" y="183220"/>
                    </a:lnTo>
                    <a:lnTo>
                      <a:pt x="1005820" y="187540"/>
                    </a:lnTo>
                    <a:lnTo>
                      <a:pt x="990700" y="198700"/>
                    </a:lnTo>
                    <a:lnTo>
                      <a:pt x="976660" y="225700"/>
                    </a:lnTo>
                    <a:lnTo>
                      <a:pt x="961900" y="211660"/>
                    </a:lnTo>
                    <a:lnTo>
                      <a:pt x="944260" y="205540"/>
                    </a:lnTo>
                    <a:lnTo>
                      <a:pt x="920500" y="208060"/>
                    </a:lnTo>
                    <a:lnTo>
                      <a:pt x="902140" y="218860"/>
                    </a:lnTo>
                    <a:lnTo>
                      <a:pt x="877300" y="206620"/>
                    </a:lnTo>
                    <a:lnTo>
                      <a:pt x="858580" y="207340"/>
                    </a:lnTo>
                    <a:lnTo>
                      <a:pt x="834460" y="221380"/>
                    </a:lnTo>
                    <a:lnTo>
                      <a:pt x="823300" y="242620"/>
                    </a:lnTo>
                    <a:lnTo>
                      <a:pt x="802420" y="244780"/>
                    </a:lnTo>
                    <a:lnTo>
                      <a:pt x="786220" y="254140"/>
                    </a:lnTo>
                    <a:lnTo>
                      <a:pt x="770380" y="285100"/>
                    </a:lnTo>
                    <a:lnTo>
                      <a:pt x="745180" y="259180"/>
                    </a:lnTo>
                    <a:lnTo>
                      <a:pt x="718900" y="250180"/>
                    </a:lnTo>
                    <a:lnTo>
                      <a:pt x="691900" y="257380"/>
                    </a:lnTo>
                    <a:lnTo>
                      <a:pt x="674980" y="275740"/>
                    </a:lnTo>
                    <a:lnTo>
                      <a:pt x="654820" y="262060"/>
                    </a:lnTo>
                    <a:lnTo>
                      <a:pt x="626740" y="261340"/>
                    </a:lnTo>
                    <a:lnTo>
                      <a:pt x="594700" y="285820"/>
                    </a:lnTo>
                    <a:lnTo>
                      <a:pt x="569860" y="266740"/>
                    </a:lnTo>
                    <a:lnTo>
                      <a:pt x="551500" y="263500"/>
                    </a:lnTo>
                    <a:lnTo>
                      <a:pt x="533140" y="267460"/>
                    </a:lnTo>
                    <a:lnTo>
                      <a:pt x="517660" y="278260"/>
                    </a:lnTo>
                    <a:lnTo>
                      <a:pt x="507580" y="293740"/>
                    </a:lnTo>
                    <a:lnTo>
                      <a:pt x="505780" y="322540"/>
                    </a:lnTo>
                    <a:lnTo>
                      <a:pt x="470140" y="294100"/>
                    </a:lnTo>
                    <a:lnTo>
                      <a:pt x="451780" y="290860"/>
                    </a:lnTo>
                    <a:lnTo>
                      <a:pt x="433420" y="295180"/>
                    </a:lnTo>
                    <a:lnTo>
                      <a:pt x="418300" y="305980"/>
                    </a:lnTo>
                    <a:lnTo>
                      <a:pt x="408220" y="321820"/>
                    </a:lnTo>
                    <a:lnTo>
                      <a:pt x="404980" y="340540"/>
                    </a:lnTo>
                    <a:lnTo>
                      <a:pt x="409300" y="358540"/>
                    </a:lnTo>
                    <a:lnTo>
                      <a:pt x="485620" y="435580"/>
                    </a:lnTo>
                    <a:lnTo>
                      <a:pt x="435940" y="488140"/>
                    </a:lnTo>
                    <a:lnTo>
                      <a:pt x="335140" y="398140"/>
                    </a:lnTo>
                    <a:lnTo>
                      <a:pt x="365380" y="359980"/>
                    </a:lnTo>
                    <a:lnTo>
                      <a:pt x="366820" y="332260"/>
                    </a:lnTo>
                    <a:lnTo>
                      <a:pt x="358900" y="314980"/>
                    </a:lnTo>
                    <a:lnTo>
                      <a:pt x="345220" y="302380"/>
                    </a:lnTo>
                    <a:lnTo>
                      <a:pt x="327580" y="295900"/>
                    </a:lnTo>
                    <a:lnTo>
                      <a:pt x="308860" y="296980"/>
                    </a:lnTo>
                    <a:lnTo>
                      <a:pt x="284740" y="311020"/>
                    </a:lnTo>
                    <a:lnTo>
                      <a:pt x="237580" y="362860"/>
                    </a:lnTo>
                    <a:lnTo>
                      <a:pt x="197980" y="431980"/>
                    </a:lnTo>
                    <a:lnTo>
                      <a:pt x="174940" y="442780"/>
                    </a:lnTo>
                    <a:lnTo>
                      <a:pt x="160180" y="466540"/>
                    </a:lnTo>
                    <a:lnTo>
                      <a:pt x="159460" y="487780"/>
                    </a:lnTo>
                    <a:lnTo>
                      <a:pt x="146500" y="507220"/>
                    </a:lnTo>
                    <a:lnTo>
                      <a:pt x="143620" y="525580"/>
                    </a:lnTo>
                    <a:lnTo>
                      <a:pt x="152980" y="551860"/>
                    </a:lnTo>
                    <a:lnTo>
                      <a:pt x="166660" y="564460"/>
                    </a:lnTo>
                    <a:lnTo>
                      <a:pt x="218500" y="595420"/>
                    </a:lnTo>
                    <a:lnTo>
                      <a:pt x="245500" y="602260"/>
                    </a:lnTo>
                    <a:lnTo>
                      <a:pt x="263500" y="597580"/>
                    </a:lnTo>
                    <a:lnTo>
                      <a:pt x="279340" y="585340"/>
                    </a:lnTo>
                    <a:lnTo>
                      <a:pt x="308860" y="582100"/>
                    </a:lnTo>
                    <a:lnTo>
                      <a:pt x="339460" y="567340"/>
                    </a:lnTo>
                    <a:lnTo>
                      <a:pt x="427300" y="646900"/>
                    </a:lnTo>
                    <a:lnTo>
                      <a:pt x="444940" y="653020"/>
                    </a:lnTo>
                    <a:lnTo>
                      <a:pt x="470860" y="649060"/>
                    </a:lnTo>
                    <a:lnTo>
                      <a:pt x="735100" y="889180"/>
                    </a:lnTo>
                    <a:lnTo>
                      <a:pt x="707740" y="894220"/>
                    </a:lnTo>
                    <a:lnTo>
                      <a:pt x="693340" y="906100"/>
                    </a:lnTo>
                    <a:lnTo>
                      <a:pt x="684340" y="922300"/>
                    </a:lnTo>
                    <a:lnTo>
                      <a:pt x="682900" y="944260"/>
                    </a:lnTo>
                    <a:lnTo>
                      <a:pt x="668860" y="958300"/>
                    </a:lnTo>
                    <a:lnTo>
                      <a:pt x="483820" y="832300"/>
                    </a:lnTo>
                    <a:lnTo>
                      <a:pt x="456100" y="830140"/>
                    </a:lnTo>
                    <a:lnTo>
                      <a:pt x="438820" y="837340"/>
                    </a:lnTo>
                    <a:lnTo>
                      <a:pt x="425860" y="851020"/>
                    </a:lnTo>
                    <a:lnTo>
                      <a:pt x="418300" y="877660"/>
                    </a:lnTo>
                    <a:lnTo>
                      <a:pt x="422260" y="896020"/>
                    </a:lnTo>
                    <a:lnTo>
                      <a:pt x="440260" y="917260"/>
                    </a:lnTo>
                    <a:lnTo>
                      <a:pt x="602260" y="1028500"/>
                    </a:lnTo>
                    <a:lnTo>
                      <a:pt x="922300" y="1275460"/>
                    </a:lnTo>
                    <a:lnTo>
                      <a:pt x="911500" y="1303540"/>
                    </a:lnTo>
                    <a:lnTo>
                      <a:pt x="894940" y="1325860"/>
                    </a:lnTo>
                    <a:lnTo>
                      <a:pt x="874420" y="1321180"/>
                    </a:lnTo>
                    <a:lnTo>
                      <a:pt x="855340" y="1325500"/>
                    </a:lnTo>
                    <a:lnTo>
                      <a:pt x="298060" y="920860"/>
                    </a:lnTo>
                    <a:lnTo>
                      <a:pt x="310660" y="900340"/>
                    </a:lnTo>
                    <a:lnTo>
                      <a:pt x="314620" y="881980"/>
                    </a:lnTo>
                    <a:lnTo>
                      <a:pt x="306340" y="855340"/>
                    </a:lnTo>
                    <a:lnTo>
                      <a:pt x="293380" y="842020"/>
                    </a:lnTo>
                    <a:lnTo>
                      <a:pt x="266740" y="833740"/>
                    </a:lnTo>
                    <a:lnTo>
                      <a:pt x="248380" y="837340"/>
                    </a:lnTo>
                    <a:lnTo>
                      <a:pt x="220660" y="863980"/>
                    </a:lnTo>
                    <a:lnTo>
                      <a:pt x="161620" y="820420"/>
                    </a:lnTo>
                    <a:lnTo>
                      <a:pt x="173860" y="794140"/>
                    </a:lnTo>
                    <a:lnTo>
                      <a:pt x="173860" y="775420"/>
                    </a:lnTo>
                    <a:lnTo>
                      <a:pt x="166300" y="758140"/>
                    </a:lnTo>
                    <a:lnTo>
                      <a:pt x="152620" y="745180"/>
                    </a:lnTo>
                    <a:lnTo>
                      <a:pt x="135340" y="738340"/>
                    </a:lnTo>
                    <a:lnTo>
                      <a:pt x="116620" y="738700"/>
                    </a:lnTo>
                    <a:lnTo>
                      <a:pt x="99340" y="746260"/>
                    </a:lnTo>
                    <a:lnTo>
                      <a:pt x="84220" y="763180"/>
                    </a:lnTo>
                    <a:lnTo>
                      <a:pt x="54340" y="751300"/>
                    </a:lnTo>
                    <a:lnTo>
                      <a:pt x="35620" y="754180"/>
                    </a:lnTo>
                    <a:lnTo>
                      <a:pt x="19780" y="763900"/>
                    </a:lnTo>
                    <a:lnTo>
                      <a:pt x="5380" y="787660"/>
                    </a:lnTo>
                    <a:lnTo>
                      <a:pt x="6820" y="815740"/>
                    </a:lnTo>
                    <a:lnTo>
                      <a:pt x="16540" y="831580"/>
                    </a:lnTo>
                    <a:lnTo>
                      <a:pt x="47140" y="855340"/>
                    </a:lnTo>
                    <a:close/>
                  </a:path>
                </a:pathLst>
              </a:custGeom>
              <a:noFill/>
              <a:ln w="18000" cap="flat">
                <a:solidFill>
                  <a:srgbClr val="211F1A"/>
                </a:solidFill>
                <a:custDash>
                  <a:ds d="80000" sp="200000"/>
                </a:custDash>
                <a:round/>
              </a:ln>
            </p:spPr>
          </p:sp>
        </p:grpSp>
        <p:grpSp>
          <p:nvGrpSpPr>
            <p:cNvPr id="28" name="image_1:overlay:point_1"/>
            <p:cNvGrpSpPr/>
            <p:nvPr/>
          </p:nvGrpSpPr>
          <p:grpSpPr>
            <a:xfrm>
              <a:off x="6070600" y="2641600"/>
              <a:ext cx="393700" cy="1841500"/>
              <a:chOff x="6070600" y="2641600"/>
              <a:chExt cx="393700" cy="1841500"/>
            </a:xfrm>
          </p:grpSpPr>
          <p:sp>
            <p:nvSpPr>
              <p:cNvPr id="26" name="image_1:overlay:point_1:poi_education:ovt-078ba5db-9bfb-4d7a-b2e1-3f2df7b943c2"/>
              <p:cNvSpPr/>
              <p:nvPr/>
            </p:nvSpPr>
            <p:spPr>
              <a:xfrm>
                <a:off x="6070600" y="26416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27" name="image_1:overlay:point_1:poi_education:ovt-30cb3cba-8414-4f48-baff-7ef2d9fa123a"/>
              <p:cNvSpPr/>
              <p:nvPr/>
            </p:nvSpPr>
            <p:spPr>
              <a:xfrm>
                <a:off x="6375400" y="43942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</p:grpSp>
        <p:grpSp>
          <p:nvGrpSpPr>
            <p:cNvPr id="30" name="image_1:overlay:labels_stop"/>
            <p:cNvGrpSpPr/>
            <p:nvPr/>
          </p:nvGrpSpPr>
          <p:grpSpPr>
            <a:xfrm>
              <a:off x="5816600" y="3467100"/>
              <a:ext cx="596900" cy="165100"/>
              <a:chOff x="5816600" y="3467100"/>
              <a:chExt cx="596900" cy="165100"/>
            </a:xfrm>
          </p:grpSpPr>
          <p:sp>
            <p:nvSpPr>
              <p:cNvPr id="29" name="image_1:overlay:labels_stop:transit_stops:osm-n1501726533"/>
              <p:cNvSpPr txBox="1"/>
              <p:nvPr/>
            </p:nvSpPr>
            <p:spPr>
              <a:xfrm>
                <a:off x="5816600" y="3467100"/>
                <a:ext cx="596900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28800" tIns="10800" rIns="28800" bIns="10800" rtlCol="0" anchor="ctr">
                <a:noAutofit/>
              </a:bodyPr>
              <a:lstStyle/>
              <a:p>
                <a:pPr algn="l"/>
                <a:r>
                  <a:rPr lang="ru-RU" sz="800" b="0" i="0" dirty="0">
                    <a:solidFill>
                      <a:srgbClr val="211F1A"/>
                    </a:solidFill>
                    <a:latin typeface="Open Sans"/>
                  </a:rPr>
                  <a:t>Таганрог-II</a:t>
                </a:r>
              </a:p>
            </p:txBody>
          </p:sp>
        </p:grpSp>
        <p:grpSp>
          <p:nvGrpSpPr>
            <p:cNvPr id="33" name="image_1:overlay:labels_point_1"/>
            <p:cNvGrpSpPr/>
            <p:nvPr/>
          </p:nvGrpSpPr>
          <p:grpSpPr>
            <a:xfrm>
              <a:off x="4838700" y="2451100"/>
              <a:ext cx="3670300" cy="2222500"/>
              <a:chOff x="4838700" y="2451100"/>
              <a:chExt cx="3670300" cy="2222500"/>
            </a:xfrm>
          </p:grpSpPr>
          <p:sp>
            <p:nvSpPr>
              <p:cNvPr id="31" name="image_1:overlay:labels_point_1:poi_education:ovt-078ba5db-9bfb-4d7a-b2e1-3f2df7b943c2"/>
              <p:cNvSpPr txBox="1"/>
              <p:nvPr/>
            </p:nvSpPr>
            <p:spPr>
              <a:xfrm>
                <a:off x="6172200" y="2451100"/>
                <a:ext cx="2336800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28800" tIns="10800" rIns="28800" bIns="10800" rtlCol="0" anchor="ctr">
                <a:noAutofit/>
              </a:bodyPr>
              <a:lstStyle/>
              <a:p>
                <a:pPr algn="l"/>
                <a:r>
                  <a:rPr lang="ru-RU" sz="800" b="0" i="0" dirty="0">
                    <a:solidFill>
                      <a:srgbClr val="211F1A"/>
                    </a:solidFill>
                    <a:latin typeface="Open Sans"/>
                  </a:rPr>
                  <a:t>Средняя
общеобразовательная
школа № 21</a:t>
                </a:r>
              </a:p>
            </p:txBody>
          </p:sp>
          <p:sp>
            <p:nvSpPr>
              <p:cNvPr id="32" name="image_1:overlay:labels_point_1:poi_education:ovt-30cb3cba-8414-4f48-baff-7ef2d9fa123a"/>
              <p:cNvSpPr txBox="1"/>
              <p:nvPr/>
            </p:nvSpPr>
            <p:spPr>
              <a:xfrm>
                <a:off x="4838700" y="4508500"/>
                <a:ext cx="1524000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28800" tIns="10800" rIns="28800" bIns="10800" rtlCol="0" anchor="ctr">
                <a:noAutofit/>
              </a:bodyPr>
              <a:lstStyle/>
              <a:p>
                <a:pPr algn="r"/>
                <a:r>
                  <a:rPr lang="ru-RU" sz="800" b="0" i="0" dirty="0">
                    <a:solidFill>
                      <a:srgbClr val="211F1A"/>
                    </a:solidFill>
                    <a:latin typeface="Open Sans"/>
                  </a:rPr>
                  <a:t>Гимназия № 2
имени Чехова</a:t>
                </a:r>
              </a:p>
            </p:txBody>
          </p:sp>
        </p:grpSp>
        <p:grpSp>
          <p:nvGrpSpPr>
            <p:cNvPr id="39" name="image_1:overlay:scale_bar"/>
            <p:cNvGrpSpPr/>
            <p:nvPr/>
          </p:nvGrpSpPr>
          <p:grpSpPr>
            <a:xfrm>
              <a:off x="5829300" y="4864100"/>
              <a:ext cx="1511300" cy="292100"/>
              <a:chOff x="5829300" y="4864100"/>
              <a:chExt cx="1511300" cy="292100"/>
            </a:xfrm>
          </p:grpSpPr>
          <p:sp>
            <p:nvSpPr>
              <p:cNvPr id="34" name="image_1:overlay:scale_bar:plate"/>
              <p:cNvSpPr/>
              <p:nvPr/>
            </p:nvSpPr>
            <p:spPr>
              <a:xfrm>
                <a:off x="5829300" y="4864100"/>
                <a:ext cx="1511300" cy="292100"/>
              </a:xfrm>
              <a:custGeom>
                <a:avLst/>
                <a:gdLst/>
                <a:ahLst/>
                <a:cxnLst/>
                <a:rect l="0" t="0" r="r" b="b"/>
                <a:pathLst>
                  <a:path w="1511300" h="292100">
                    <a:moveTo>
                      <a:pt x="3335" y="2498"/>
                    </a:moveTo>
                    <a:lnTo>
                      <a:pt x="1502536" y="2498"/>
                    </a:lnTo>
                    <a:lnTo>
                      <a:pt x="1502536" y="290080"/>
                    </a:lnTo>
                    <a:lnTo>
                      <a:pt x="3335" y="2900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5" name="image_1:overlay:scale_bar:line"/>
              <p:cNvSpPr/>
              <p:nvPr/>
            </p:nvSpPr>
            <p:spPr>
              <a:xfrm>
                <a:off x="5892800" y="5054600"/>
                <a:ext cx="1206500" cy="63500"/>
              </a:xfrm>
              <a:custGeom>
                <a:avLst/>
                <a:gdLst/>
                <a:ahLst/>
                <a:cxnLst/>
                <a:rect l="0" t="0" r="r" b="b"/>
                <a:pathLst>
                  <a:path w="1206500" h="63500" fill="none">
                    <a:moveTo>
                      <a:pt x="1260" y="59080"/>
                    </a:moveTo>
                    <a:lnTo>
                      <a:pt x="1201500" y="59080"/>
                    </a:lnTo>
                    <a:moveTo>
                      <a:pt x="1260" y="59080"/>
                    </a:moveTo>
                    <a:lnTo>
                      <a:pt x="1260" y="5080"/>
                    </a:lnTo>
                    <a:moveTo>
                      <a:pt x="601380" y="59080"/>
                    </a:moveTo>
                    <a:lnTo>
                      <a:pt x="601380" y="5080"/>
                    </a:lnTo>
                    <a:moveTo>
                      <a:pt x="1201500" y="59080"/>
                    </a:moveTo>
                    <a:lnTo>
                      <a:pt x="1201500" y="5080"/>
                    </a:lnTo>
                  </a:path>
                </a:pathLst>
              </a:custGeom>
              <a:noFill/>
              <a:ln w="9000" cap="flat">
                <a:solidFill>
                  <a:srgbClr val="211F1A"/>
                </a:solidFill>
                <a:prstDash val="solid"/>
                <a:round/>
              </a:ln>
            </p:spPr>
          </p:sp>
          <p:sp>
            <p:nvSpPr>
              <p:cNvPr id="36" name="image_1:overlay:scale_bar:label-0"/>
              <p:cNvSpPr txBox="1"/>
              <p:nvPr/>
            </p:nvSpPr>
            <p:spPr>
              <a:xfrm>
                <a:off x="5867400" y="4902200"/>
                <a:ext cx="635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0</a:t>
                </a:r>
              </a:p>
            </p:txBody>
          </p:sp>
          <p:sp>
            <p:nvSpPr>
              <p:cNvPr id="37" name="image_1:overlay:scale_bar:label-1"/>
              <p:cNvSpPr txBox="1"/>
              <p:nvPr/>
            </p:nvSpPr>
            <p:spPr>
              <a:xfrm>
                <a:off x="6413500" y="4902200"/>
                <a:ext cx="1651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500</a:t>
                </a:r>
              </a:p>
            </p:txBody>
          </p:sp>
          <p:sp>
            <p:nvSpPr>
              <p:cNvPr id="38" name="image_1:overlay:scale_bar:label-2"/>
              <p:cNvSpPr txBox="1"/>
              <p:nvPr/>
            </p:nvSpPr>
            <p:spPr>
              <a:xfrm>
                <a:off x="6985000" y="4902200"/>
                <a:ext cx="3175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1 000 м</a:t>
                </a:r>
              </a:p>
            </p:txBody>
          </p:sp>
        </p:grpSp>
      </p:grpSp>
      <p:grpSp>
        <p:nvGrpSpPr>
          <p:cNvPr id="67" name="image_2:overlay"/>
          <p:cNvGrpSpPr/>
          <p:nvPr/>
        </p:nvGrpSpPr>
        <p:grpSpPr>
          <a:xfrm>
            <a:off x="7645400" y="2133600"/>
            <a:ext cx="3289300" cy="3200400"/>
            <a:chOff x="7645400" y="2133600"/>
            <a:chExt cx="3289300" cy="3200400"/>
          </a:xfrm>
        </p:grpSpPr>
        <p:grpSp>
          <p:nvGrpSpPr>
            <p:cNvPr id="42" name="image_2:overlay:stop"/>
            <p:cNvGrpSpPr/>
            <p:nvPr/>
          </p:nvGrpSpPr>
          <p:grpSpPr>
            <a:xfrm>
              <a:off x="9245600" y="3606800"/>
              <a:ext cx="76200" cy="76200"/>
              <a:chOff x="9245600" y="3606800"/>
              <a:chExt cx="76200" cy="76200"/>
            </a:xfrm>
          </p:grpSpPr>
          <p:sp>
            <p:nvSpPr>
              <p:cNvPr id="41" name="image_2:overlay:stop:transit_stops:osm-n9683398095"/>
              <p:cNvSpPr/>
              <p:nvPr/>
            </p:nvSpPr>
            <p:spPr>
              <a:xfrm>
                <a:off x="9245600" y="3606800"/>
                <a:ext cx="76200" cy="76200"/>
              </a:xfrm>
              <a:prstGeom prst="rect">
                <a:avLst/>
              </a:prstGeom>
              <a:solidFill>
                <a:srgbClr val="FFFFFF"/>
              </a:solidFill>
              <a:ln w="12600" cap="flat">
                <a:solidFill>
                  <a:srgbClr val="211F1A"/>
                </a:solidFill>
                <a:prstDash val="solid"/>
                <a:round/>
              </a:ln>
            </p:spPr>
          </p:sp>
        </p:grpSp>
        <p:grpSp>
          <p:nvGrpSpPr>
            <p:cNvPr id="44" name="image_2:overlay:reach_walk"/>
            <p:cNvGrpSpPr/>
            <p:nvPr/>
          </p:nvGrpSpPr>
          <p:grpSpPr>
            <a:xfrm>
              <a:off x="8026400" y="2451100"/>
              <a:ext cx="2527300" cy="2565400"/>
              <a:chOff x="8026400" y="2451100"/>
              <a:chExt cx="2527300" cy="2565400"/>
            </a:xfrm>
          </p:grpSpPr>
          <p:sp>
            <p:nvSpPr>
              <p:cNvPr id="43" name="image_2:overlay:reach_walk:isochrones:walk-15-transit_stops-osm-n9683398095"/>
              <p:cNvSpPr/>
              <p:nvPr/>
            </p:nvSpPr>
            <p:spPr>
              <a:xfrm>
                <a:off x="8026400" y="2451100"/>
                <a:ext cx="2527300" cy="2565400"/>
              </a:xfrm>
              <a:custGeom>
                <a:avLst/>
                <a:gdLst/>
                <a:ahLst/>
                <a:cxnLst/>
                <a:rect l="0" t="0" r="r" b="b"/>
                <a:pathLst>
                  <a:path w="2527300" h="2565400" fill="none">
                    <a:moveTo>
                      <a:pt x="264840" y="1707860"/>
                    </a:moveTo>
                    <a:lnTo>
                      <a:pt x="283200" y="1756460"/>
                    </a:lnTo>
                    <a:lnTo>
                      <a:pt x="162600" y="1825220"/>
                    </a:lnTo>
                    <a:lnTo>
                      <a:pt x="143520" y="1809380"/>
                    </a:lnTo>
                    <a:lnTo>
                      <a:pt x="125160" y="1805060"/>
                    </a:lnTo>
                    <a:lnTo>
                      <a:pt x="106800" y="1808300"/>
                    </a:lnTo>
                    <a:lnTo>
                      <a:pt x="90960" y="1818380"/>
                    </a:lnTo>
                    <a:lnTo>
                      <a:pt x="77280" y="1842500"/>
                    </a:lnTo>
                    <a:lnTo>
                      <a:pt x="80520" y="1872740"/>
                    </a:lnTo>
                    <a:lnTo>
                      <a:pt x="66480" y="1889300"/>
                    </a:lnTo>
                    <a:lnTo>
                      <a:pt x="61800" y="1907300"/>
                    </a:lnTo>
                    <a:lnTo>
                      <a:pt x="63960" y="1925660"/>
                    </a:lnTo>
                    <a:lnTo>
                      <a:pt x="80160" y="1948700"/>
                    </a:lnTo>
                    <a:lnTo>
                      <a:pt x="97080" y="1956980"/>
                    </a:lnTo>
                    <a:lnTo>
                      <a:pt x="116160" y="1958060"/>
                    </a:lnTo>
                    <a:lnTo>
                      <a:pt x="128760" y="1972820"/>
                    </a:lnTo>
                    <a:lnTo>
                      <a:pt x="145680" y="1981100"/>
                    </a:lnTo>
                    <a:lnTo>
                      <a:pt x="173400" y="1980380"/>
                    </a:lnTo>
                    <a:lnTo>
                      <a:pt x="209040" y="1950500"/>
                    </a:lnTo>
                    <a:lnTo>
                      <a:pt x="217680" y="1926380"/>
                    </a:lnTo>
                    <a:lnTo>
                      <a:pt x="216240" y="1905140"/>
                    </a:lnTo>
                    <a:lnTo>
                      <a:pt x="536640" y="1722620"/>
                    </a:lnTo>
                    <a:lnTo>
                      <a:pt x="572640" y="1737380"/>
                    </a:lnTo>
                    <a:lnTo>
                      <a:pt x="608280" y="1728020"/>
                    </a:lnTo>
                    <a:lnTo>
                      <a:pt x="612600" y="1762220"/>
                    </a:lnTo>
                    <a:lnTo>
                      <a:pt x="549600" y="1786340"/>
                    </a:lnTo>
                    <a:lnTo>
                      <a:pt x="534480" y="1809740"/>
                    </a:lnTo>
                    <a:lnTo>
                      <a:pt x="534840" y="1837460"/>
                    </a:lnTo>
                    <a:lnTo>
                      <a:pt x="544200" y="1853660"/>
                    </a:lnTo>
                    <a:lnTo>
                      <a:pt x="558600" y="1865540"/>
                    </a:lnTo>
                    <a:lnTo>
                      <a:pt x="593520" y="1868780"/>
                    </a:lnTo>
                    <a:lnTo>
                      <a:pt x="625200" y="1979300"/>
                    </a:lnTo>
                    <a:lnTo>
                      <a:pt x="607200" y="2003060"/>
                    </a:lnTo>
                    <a:lnTo>
                      <a:pt x="606480" y="2031140"/>
                    </a:lnTo>
                    <a:lnTo>
                      <a:pt x="621240" y="2054540"/>
                    </a:lnTo>
                    <a:lnTo>
                      <a:pt x="650040" y="2066060"/>
                    </a:lnTo>
                    <a:lnTo>
                      <a:pt x="658320" y="2093060"/>
                    </a:lnTo>
                    <a:lnTo>
                      <a:pt x="669840" y="2107820"/>
                    </a:lnTo>
                    <a:lnTo>
                      <a:pt x="696840" y="2118980"/>
                    </a:lnTo>
                    <a:lnTo>
                      <a:pt x="696840" y="2143100"/>
                    </a:lnTo>
                    <a:lnTo>
                      <a:pt x="625560" y="2165060"/>
                    </a:lnTo>
                    <a:lnTo>
                      <a:pt x="602160" y="2180540"/>
                    </a:lnTo>
                    <a:lnTo>
                      <a:pt x="591720" y="2206100"/>
                    </a:lnTo>
                    <a:lnTo>
                      <a:pt x="593520" y="2224820"/>
                    </a:lnTo>
                    <a:lnTo>
                      <a:pt x="602520" y="2241380"/>
                    </a:lnTo>
                    <a:lnTo>
                      <a:pt x="616920" y="2253260"/>
                    </a:lnTo>
                    <a:lnTo>
                      <a:pt x="634920" y="2258660"/>
                    </a:lnTo>
                    <a:lnTo>
                      <a:pt x="677760" y="2249300"/>
                    </a:lnTo>
                    <a:lnTo>
                      <a:pt x="697560" y="2260820"/>
                    </a:lnTo>
                    <a:lnTo>
                      <a:pt x="707640" y="2285300"/>
                    </a:lnTo>
                    <a:lnTo>
                      <a:pt x="730320" y="2301500"/>
                    </a:lnTo>
                    <a:lnTo>
                      <a:pt x="749040" y="2303660"/>
                    </a:lnTo>
                    <a:lnTo>
                      <a:pt x="774600" y="2293580"/>
                    </a:lnTo>
                    <a:lnTo>
                      <a:pt x="799800" y="2306180"/>
                    </a:lnTo>
                    <a:lnTo>
                      <a:pt x="828240" y="2302220"/>
                    </a:lnTo>
                    <a:lnTo>
                      <a:pt x="852720" y="2310140"/>
                    </a:lnTo>
                    <a:lnTo>
                      <a:pt x="881520" y="2302580"/>
                    </a:lnTo>
                    <a:lnTo>
                      <a:pt x="901320" y="2283500"/>
                    </a:lnTo>
                    <a:lnTo>
                      <a:pt x="924360" y="2289260"/>
                    </a:lnTo>
                    <a:lnTo>
                      <a:pt x="948120" y="2285660"/>
                    </a:lnTo>
                    <a:lnTo>
                      <a:pt x="969720" y="2268380"/>
                    </a:lnTo>
                    <a:lnTo>
                      <a:pt x="978000" y="2239580"/>
                    </a:lnTo>
                    <a:lnTo>
                      <a:pt x="1001400" y="2239940"/>
                    </a:lnTo>
                    <a:lnTo>
                      <a:pt x="1007520" y="2259740"/>
                    </a:lnTo>
                    <a:lnTo>
                      <a:pt x="1020480" y="2274860"/>
                    </a:lnTo>
                    <a:lnTo>
                      <a:pt x="1002480" y="2298260"/>
                    </a:lnTo>
                    <a:lnTo>
                      <a:pt x="984840" y="2340020"/>
                    </a:lnTo>
                    <a:lnTo>
                      <a:pt x="985560" y="2368100"/>
                    </a:lnTo>
                    <a:lnTo>
                      <a:pt x="994560" y="2384300"/>
                    </a:lnTo>
                    <a:lnTo>
                      <a:pt x="1009320" y="2395820"/>
                    </a:lnTo>
                    <a:lnTo>
                      <a:pt x="1027320" y="2400860"/>
                    </a:lnTo>
                    <a:lnTo>
                      <a:pt x="1091040" y="2383940"/>
                    </a:lnTo>
                    <a:lnTo>
                      <a:pt x="1102200" y="2410940"/>
                    </a:lnTo>
                    <a:lnTo>
                      <a:pt x="1092480" y="2436140"/>
                    </a:lnTo>
                    <a:lnTo>
                      <a:pt x="1098600" y="2463140"/>
                    </a:lnTo>
                    <a:lnTo>
                      <a:pt x="1125600" y="2493740"/>
                    </a:lnTo>
                    <a:lnTo>
                      <a:pt x="1149720" y="2507420"/>
                    </a:lnTo>
                    <a:lnTo>
                      <a:pt x="1168440" y="2507420"/>
                    </a:lnTo>
                    <a:lnTo>
                      <a:pt x="1193280" y="2494820"/>
                    </a:lnTo>
                    <a:lnTo>
                      <a:pt x="1215240" y="2453060"/>
                    </a:lnTo>
                    <a:lnTo>
                      <a:pt x="1227120" y="2440820"/>
                    </a:lnTo>
                    <a:lnTo>
                      <a:pt x="1227120" y="2515700"/>
                    </a:lnTo>
                    <a:lnTo>
                      <a:pt x="1233960" y="2533340"/>
                    </a:lnTo>
                    <a:lnTo>
                      <a:pt x="1246560" y="2547020"/>
                    </a:lnTo>
                    <a:lnTo>
                      <a:pt x="1263480" y="2554940"/>
                    </a:lnTo>
                    <a:lnTo>
                      <a:pt x="1282200" y="2555300"/>
                    </a:lnTo>
                    <a:lnTo>
                      <a:pt x="1299840" y="2548820"/>
                    </a:lnTo>
                    <a:lnTo>
                      <a:pt x="1362480" y="2486540"/>
                    </a:lnTo>
                    <a:lnTo>
                      <a:pt x="1370040" y="2410220"/>
                    </a:lnTo>
                    <a:lnTo>
                      <a:pt x="1441320" y="2406260"/>
                    </a:lnTo>
                    <a:lnTo>
                      <a:pt x="1462920" y="2388260"/>
                    </a:lnTo>
                    <a:lnTo>
                      <a:pt x="1469760" y="2370980"/>
                    </a:lnTo>
                    <a:lnTo>
                      <a:pt x="1466880" y="2343260"/>
                    </a:lnTo>
                    <a:lnTo>
                      <a:pt x="1449240" y="2322020"/>
                    </a:lnTo>
                    <a:lnTo>
                      <a:pt x="1422600" y="2313740"/>
                    </a:lnTo>
                    <a:lnTo>
                      <a:pt x="1325400" y="2314460"/>
                    </a:lnTo>
                    <a:lnTo>
                      <a:pt x="1325760" y="2282780"/>
                    </a:lnTo>
                    <a:lnTo>
                      <a:pt x="1339800" y="2297540"/>
                    </a:lnTo>
                    <a:lnTo>
                      <a:pt x="1357080" y="2304740"/>
                    </a:lnTo>
                    <a:lnTo>
                      <a:pt x="1456800" y="2305820"/>
                    </a:lnTo>
                    <a:lnTo>
                      <a:pt x="1475160" y="2302220"/>
                    </a:lnTo>
                    <a:lnTo>
                      <a:pt x="1491000" y="2291780"/>
                    </a:lnTo>
                    <a:lnTo>
                      <a:pt x="1503960" y="2267300"/>
                    </a:lnTo>
                    <a:lnTo>
                      <a:pt x="1503960" y="2248580"/>
                    </a:lnTo>
                    <a:lnTo>
                      <a:pt x="1493520" y="2226980"/>
                    </a:lnTo>
                    <a:lnTo>
                      <a:pt x="1506120" y="2195300"/>
                    </a:lnTo>
                    <a:lnTo>
                      <a:pt x="1497840" y="2168300"/>
                    </a:lnTo>
                    <a:lnTo>
                      <a:pt x="1484520" y="2155340"/>
                    </a:lnTo>
                    <a:lnTo>
                      <a:pt x="1467240" y="2148140"/>
                    </a:lnTo>
                    <a:lnTo>
                      <a:pt x="1412520" y="2147060"/>
                    </a:lnTo>
                    <a:lnTo>
                      <a:pt x="1615920" y="2145620"/>
                    </a:lnTo>
                    <a:lnTo>
                      <a:pt x="1631400" y="2163620"/>
                    </a:lnTo>
                    <a:lnTo>
                      <a:pt x="1648320" y="2170820"/>
                    </a:lnTo>
                    <a:lnTo>
                      <a:pt x="1676400" y="2168300"/>
                    </a:lnTo>
                    <a:lnTo>
                      <a:pt x="1692240" y="2157860"/>
                    </a:lnTo>
                    <a:lnTo>
                      <a:pt x="1707360" y="2171900"/>
                    </a:lnTo>
                    <a:lnTo>
                      <a:pt x="1725360" y="2177660"/>
                    </a:lnTo>
                    <a:lnTo>
                      <a:pt x="1744080" y="2176580"/>
                    </a:lnTo>
                    <a:lnTo>
                      <a:pt x="1760640" y="2167940"/>
                    </a:lnTo>
                    <a:lnTo>
                      <a:pt x="1773600" y="2152460"/>
                    </a:lnTo>
                    <a:lnTo>
                      <a:pt x="1797360" y="2138780"/>
                    </a:lnTo>
                    <a:lnTo>
                      <a:pt x="1809240" y="2113580"/>
                    </a:lnTo>
                    <a:lnTo>
                      <a:pt x="1808520" y="2094860"/>
                    </a:lnTo>
                    <a:lnTo>
                      <a:pt x="1800960" y="2077940"/>
                    </a:lnTo>
                    <a:lnTo>
                      <a:pt x="1777920" y="2061020"/>
                    </a:lnTo>
                    <a:lnTo>
                      <a:pt x="1793760" y="1874180"/>
                    </a:lnTo>
                    <a:lnTo>
                      <a:pt x="1826160" y="1863740"/>
                    </a:lnTo>
                    <a:lnTo>
                      <a:pt x="1849560" y="1865180"/>
                    </a:lnTo>
                    <a:lnTo>
                      <a:pt x="1826520" y="1978220"/>
                    </a:lnTo>
                    <a:lnTo>
                      <a:pt x="1828320" y="2005940"/>
                    </a:lnTo>
                    <a:lnTo>
                      <a:pt x="1839840" y="2023940"/>
                    </a:lnTo>
                    <a:lnTo>
                      <a:pt x="1855320" y="2034380"/>
                    </a:lnTo>
                    <a:lnTo>
                      <a:pt x="1888080" y="2040500"/>
                    </a:lnTo>
                    <a:lnTo>
                      <a:pt x="1906440" y="2036540"/>
                    </a:lnTo>
                    <a:lnTo>
                      <a:pt x="1927680" y="2018540"/>
                    </a:lnTo>
                    <a:lnTo>
                      <a:pt x="1934520" y="2000900"/>
                    </a:lnTo>
                    <a:lnTo>
                      <a:pt x="1978440" y="1734500"/>
                    </a:lnTo>
                    <a:lnTo>
                      <a:pt x="2246280" y="1659980"/>
                    </a:lnTo>
                    <a:lnTo>
                      <a:pt x="2266800" y="1640540"/>
                    </a:lnTo>
                    <a:lnTo>
                      <a:pt x="2272920" y="1613540"/>
                    </a:lnTo>
                    <a:lnTo>
                      <a:pt x="2267880" y="1595540"/>
                    </a:lnTo>
                    <a:lnTo>
                      <a:pt x="2256360" y="1580780"/>
                    </a:lnTo>
                    <a:lnTo>
                      <a:pt x="2240160" y="1571420"/>
                    </a:lnTo>
                    <a:lnTo>
                      <a:pt x="2221440" y="1568900"/>
                    </a:lnTo>
                    <a:lnTo>
                      <a:pt x="1996080" y="1629020"/>
                    </a:lnTo>
                    <a:lnTo>
                      <a:pt x="2358240" y="1530740"/>
                    </a:lnTo>
                    <a:lnTo>
                      <a:pt x="2383800" y="1542260"/>
                    </a:lnTo>
                    <a:lnTo>
                      <a:pt x="2411160" y="1537580"/>
                    </a:lnTo>
                    <a:lnTo>
                      <a:pt x="2431680" y="1518500"/>
                    </a:lnTo>
                    <a:lnTo>
                      <a:pt x="2452560" y="1474580"/>
                    </a:lnTo>
                    <a:lnTo>
                      <a:pt x="2447880" y="1446860"/>
                    </a:lnTo>
                    <a:lnTo>
                      <a:pt x="2436360" y="1432100"/>
                    </a:lnTo>
                    <a:lnTo>
                      <a:pt x="2420160" y="1423100"/>
                    </a:lnTo>
                    <a:lnTo>
                      <a:pt x="2416200" y="1408340"/>
                    </a:lnTo>
                    <a:lnTo>
                      <a:pt x="2498640" y="1384580"/>
                    </a:lnTo>
                    <a:lnTo>
                      <a:pt x="2518800" y="1365140"/>
                    </a:lnTo>
                    <a:lnTo>
                      <a:pt x="2524560" y="1347500"/>
                    </a:lnTo>
                    <a:lnTo>
                      <a:pt x="2519880" y="1320140"/>
                    </a:lnTo>
                    <a:lnTo>
                      <a:pt x="2508360" y="1305380"/>
                    </a:lnTo>
                    <a:lnTo>
                      <a:pt x="2492160" y="1296020"/>
                    </a:lnTo>
                    <a:lnTo>
                      <a:pt x="2464080" y="1295300"/>
                    </a:lnTo>
                    <a:lnTo>
                      <a:pt x="2391360" y="1315460"/>
                    </a:lnTo>
                    <a:lnTo>
                      <a:pt x="2390280" y="1311140"/>
                    </a:lnTo>
                    <a:lnTo>
                      <a:pt x="2455440" y="1289180"/>
                    </a:lnTo>
                    <a:lnTo>
                      <a:pt x="2471640" y="1266500"/>
                    </a:lnTo>
                    <a:lnTo>
                      <a:pt x="2472360" y="1238420"/>
                    </a:lnTo>
                    <a:lnTo>
                      <a:pt x="2457240" y="1215020"/>
                    </a:lnTo>
                    <a:lnTo>
                      <a:pt x="2431680" y="1203860"/>
                    </a:lnTo>
                    <a:lnTo>
                      <a:pt x="2365080" y="1218620"/>
                    </a:lnTo>
                    <a:lnTo>
                      <a:pt x="2387040" y="1197380"/>
                    </a:lnTo>
                    <a:lnTo>
                      <a:pt x="2392800" y="1179740"/>
                    </a:lnTo>
                    <a:lnTo>
                      <a:pt x="2391360" y="1161020"/>
                    </a:lnTo>
                    <a:lnTo>
                      <a:pt x="2376240" y="1137260"/>
                    </a:lnTo>
                    <a:lnTo>
                      <a:pt x="2360040" y="1128260"/>
                    </a:lnTo>
                    <a:lnTo>
                      <a:pt x="2339520" y="1126460"/>
                    </a:lnTo>
                    <a:lnTo>
                      <a:pt x="2330160" y="1112780"/>
                    </a:lnTo>
                    <a:lnTo>
                      <a:pt x="2334480" y="1076420"/>
                    </a:lnTo>
                    <a:lnTo>
                      <a:pt x="2320800" y="1054460"/>
                    </a:lnTo>
                    <a:lnTo>
                      <a:pt x="2311800" y="1021700"/>
                    </a:lnTo>
                    <a:lnTo>
                      <a:pt x="2392800" y="995060"/>
                    </a:lnTo>
                    <a:lnTo>
                      <a:pt x="2408640" y="972020"/>
                    </a:lnTo>
                    <a:lnTo>
                      <a:pt x="2410800" y="953660"/>
                    </a:lnTo>
                    <a:lnTo>
                      <a:pt x="2405400" y="935660"/>
                    </a:lnTo>
                    <a:lnTo>
                      <a:pt x="2393880" y="920900"/>
                    </a:lnTo>
                    <a:lnTo>
                      <a:pt x="2368320" y="909740"/>
                    </a:lnTo>
                    <a:lnTo>
                      <a:pt x="2286960" y="929180"/>
                    </a:lnTo>
                    <a:lnTo>
                      <a:pt x="2283000" y="914780"/>
                    </a:lnTo>
                    <a:lnTo>
                      <a:pt x="2454000" y="867260"/>
                    </a:lnTo>
                    <a:lnTo>
                      <a:pt x="2470920" y="858620"/>
                    </a:lnTo>
                    <a:lnTo>
                      <a:pt x="2486760" y="835940"/>
                    </a:lnTo>
                    <a:lnTo>
                      <a:pt x="2487480" y="807860"/>
                    </a:lnTo>
                    <a:lnTo>
                      <a:pt x="2479200" y="791300"/>
                    </a:lnTo>
                    <a:lnTo>
                      <a:pt x="2464800" y="779060"/>
                    </a:lnTo>
                    <a:lnTo>
                      <a:pt x="2447160" y="773300"/>
                    </a:lnTo>
                    <a:lnTo>
                      <a:pt x="2314680" y="806060"/>
                    </a:lnTo>
                    <a:lnTo>
                      <a:pt x="2400000" y="772580"/>
                    </a:lnTo>
                    <a:lnTo>
                      <a:pt x="2418000" y="751340"/>
                    </a:lnTo>
                    <a:lnTo>
                      <a:pt x="2422320" y="732980"/>
                    </a:lnTo>
                    <a:lnTo>
                      <a:pt x="2419080" y="714620"/>
                    </a:lnTo>
                    <a:lnTo>
                      <a:pt x="2409000" y="698780"/>
                    </a:lnTo>
                    <a:lnTo>
                      <a:pt x="2387400" y="685820"/>
                    </a:lnTo>
                    <a:lnTo>
                      <a:pt x="2403600" y="676100"/>
                    </a:lnTo>
                    <a:lnTo>
                      <a:pt x="2414400" y="660620"/>
                    </a:lnTo>
                    <a:lnTo>
                      <a:pt x="2418720" y="642620"/>
                    </a:lnTo>
                    <a:lnTo>
                      <a:pt x="2413320" y="617780"/>
                    </a:lnTo>
                    <a:lnTo>
                      <a:pt x="2434560" y="603020"/>
                    </a:lnTo>
                    <a:lnTo>
                      <a:pt x="2443920" y="586820"/>
                    </a:lnTo>
                    <a:lnTo>
                      <a:pt x="2444640" y="558740"/>
                    </a:lnTo>
                    <a:lnTo>
                      <a:pt x="2430960" y="528500"/>
                    </a:lnTo>
                    <a:lnTo>
                      <a:pt x="2419800" y="513380"/>
                    </a:lnTo>
                    <a:lnTo>
                      <a:pt x="2403600" y="504020"/>
                    </a:lnTo>
                    <a:lnTo>
                      <a:pt x="2385240" y="501140"/>
                    </a:lnTo>
                    <a:lnTo>
                      <a:pt x="2362200" y="507980"/>
                    </a:lnTo>
                    <a:lnTo>
                      <a:pt x="2332320" y="456500"/>
                    </a:lnTo>
                    <a:lnTo>
                      <a:pt x="2315400" y="447860"/>
                    </a:lnTo>
                    <a:lnTo>
                      <a:pt x="2287680" y="448580"/>
                    </a:lnTo>
                    <a:lnTo>
                      <a:pt x="2271480" y="457940"/>
                    </a:lnTo>
                    <a:lnTo>
                      <a:pt x="2259960" y="472700"/>
                    </a:lnTo>
                    <a:lnTo>
                      <a:pt x="2256360" y="505100"/>
                    </a:lnTo>
                    <a:lnTo>
                      <a:pt x="1933440" y="688340"/>
                    </a:lnTo>
                    <a:lnTo>
                      <a:pt x="1927320" y="677180"/>
                    </a:lnTo>
                    <a:lnTo>
                      <a:pt x="2192640" y="524180"/>
                    </a:lnTo>
                    <a:lnTo>
                      <a:pt x="2211720" y="504020"/>
                    </a:lnTo>
                    <a:lnTo>
                      <a:pt x="2216400" y="476300"/>
                    </a:lnTo>
                    <a:lnTo>
                      <a:pt x="2204880" y="451100"/>
                    </a:lnTo>
                    <a:lnTo>
                      <a:pt x="2181120" y="436340"/>
                    </a:lnTo>
                    <a:lnTo>
                      <a:pt x="2153400" y="437060"/>
                    </a:lnTo>
                    <a:lnTo>
                      <a:pt x="1862160" y="604100"/>
                    </a:lnTo>
                    <a:lnTo>
                      <a:pt x="1847040" y="578900"/>
                    </a:lnTo>
                    <a:lnTo>
                      <a:pt x="2119920" y="425180"/>
                    </a:lnTo>
                    <a:lnTo>
                      <a:pt x="2128920" y="408620"/>
                    </a:lnTo>
                    <a:lnTo>
                      <a:pt x="2130360" y="389900"/>
                    </a:lnTo>
                    <a:lnTo>
                      <a:pt x="2119560" y="364340"/>
                    </a:lnTo>
                    <a:lnTo>
                      <a:pt x="2104800" y="352460"/>
                    </a:lnTo>
                    <a:lnTo>
                      <a:pt x="2086800" y="347420"/>
                    </a:lnTo>
                    <a:lnTo>
                      <a:pt x="2059440" y="352820"/>
                    </a:lnTo>
                    <a:lnTo>
                      <a:pt x="1802400" y="493940"/>
                    </a:lnTo>
                    <a:lnTo>
                      <a:pt x="1790880" y="474860"/>
                    </a:lnTo>
                    <a:lnTo>
                      <a:pt x="1952160" y="376940"/>
                    </a:lnTo>
                    <a:lnTo>
                      <a:pt x="1960440" y="360020"/>
                    </a:lnTo>
                    <a:lnTo>
                      <a:pt x="1961520" y="341660"/>
                    </a:lnTo>
                    <a:lnTo>
                      <a:pt x="1955400" y="323660"/>
                    </a:lnTo>
                    <a:lnTo>
                      <a:pt x="1943160" y="309620"/>
                    </a:lnTo>
                    <a:lnTo>
                      <a:pt x="1926240" y="301340"/>
                    </a:lnTo>
                    <a:lnTo>
                      <a:pt x="1898520" y="302420"/>
                    </a:lnTo>
                    <a:lnTo>
                      <a:pt x="1874760" y="287660"/>
                    </a:lnTo>
                    <a:lnTo>
                      <a:pt x="1856400" y="286580"/>
                    </a:lnTo>
                    <a:lnTo>
                      <a:pt x="1830840" y="297740"/>
                    </a:lnTo>
                    <a:lnTo>
                      <a:pt x="1818600" y="314660"/>
                    </a:lnTo>
                    <a:lnTo>
                      <a:pt x="1794840" y="274340"/>
                    </a:lnTo>
                    <a:lnTo>
                      <a:pt x="1780080" y="262460"/>
                    </a:lnTo>
                    <a:lnTo>
                      <a:pt x="1746240" y="259220"/>
                    </a:lnTo>
                    <a:lnTo>
                      <a:pt x="1731120" y="247340"/>
                    </a:lnTo>
                    <a:lnTo>
                      <a:pt x="1713120" y="242300"/>
                    </a:lnTo>
                    <a:lnTo>
                      <a:pt x="1694400" y="244460"/>
                    </a:lnTo>
                    <a:lnTo>
                      <a:pt x="1667760" y="258500"/>
                    </a:lnTo>
                    <a:lnTo>
                      <a:pt x="1644720" y="227540"/>
                    </a:lnTo>
                    <a:lnTo>
                      <a:pt x="1597560" y="214580"/>
                    </a:lnTo>
                    <a:lnTo>
                      <a:pt x="1578120" y="217100"/>
                    </a:lnTo>
                    <a:lnTo>
                      <a:pt x="1556160" y="209180"/>
                    </a:lnTo>
                    <a:lnTo>
                      <a:pt x="1537440" y="210980"/>
                    </a:lnTo>
                    <a:lnTo>
                      <a:pt x="1493520" y="237260"/>
                    </a:lnTo>
                    <a:lnTo>
                      <a:pt x="1456800" y="179300"/>
                    </a:lnTo>
                    <a:lnTo>
                      <a:pt x="1440240" y="170660"/>
                    </a:lnTo>
                    <a:lnTo>
                      <a:pt x="1413240" y="171020"/>
                    </a:lnTo>
                    <a:lnTo>
                      <a:pt x="1389840" y="156260"/>
                    </a:lnTo>
                    <a:lnTo>
                      <a:pt x="1362120" y="156980"/>
                    </a:lnTo>
                    <a:lnTo>
                      <a:pt x="1290120" y="196940"/>
                    </a:lnTo>
                    <a:lnTo>
                      <a:pt x="1298760" y="173180"/>
                    </a:lnTo>
                    <a:lnTo>
                      <a:pt x="1292640" y="146180"/>
                    </a:lnTo>
                    <a:lnTo>
                      <a:pt x="1272480" y="126740"/>
                    </a:lnTo>
                    <a:lnTo>
                      <a:pt x="1254480" y="121700"/>
                    </a:lnTo>
                    <a:lnTo>
                      <a:pt x="1227480" y="127820"/>
                    </a:lnTo>
                    <a:lnTo>
                      <a:pt x="1151880" y="169940"/>
                    </a:lnTo>
                    <a:lnTo>
                      <a:pt x="1146480" y="161660"/>
                    </a:lnTo>
                    <a:lnTo>
                      <a:pt x="1156200" y="136460"/>
                    </a:lnTo>
                    <a:lnTo>
                      <a:pt x="1153680" y="117740"/>
                    </a:lnTo>
                    <a:lnTo>
                      <a:pt x="1144320" y="101540"/>
                    </a:lnTo>
                    <a:lnTo>
                      <a:pt x="1129560" y="90020"/>
                    </a:lnTo>
                    <a:lnTo>
                      <a:pt x="1060440" y="73820"/>
                    </a:lnTo>
                    <a:lnTo>
                      <a:pt x="1042440" y="79940"/>
                    </a:lnTo>
                    <a:lnTo>
                      <a:pt x="1023720" y="99380"/>
                    </a:lnTo>
                    <a:lnTo>
                      <a:pt x="1003200" y="64820"/>
                    </a:lnTo>
                    <a:lnTo>
                      <a:pt x="988440" y="52940"/>
                    </a:lnTo>
                    <a:lnTo>
                      <a:pt x="953880" y="50060"/>
                    </a:lnTo>
                    <a:lnTo>
                      <a:pt x="921840" y="34220"/>
                    </a:lnTo>
                    <a:lnTo>
                      <a:pt x="903120" y="36740"/>
                    </a:lnTo>
                    <a:lnTo>
                      <a:pt x="878280" y="50060"/>
                    </a:lnTo>
                    <a:lnTo>
                      <a:pt x="857040" y="19460"/>
                    </a:lnTo>
                    <a:lnTo>
                      <a:pt x="831120" y="9380"/>
                    </a:lnTo>
                    <a:lnTo>
                      <a:pt x="803760" y="15500"/>
                    </a:lnTo>
                    <a:lnTo>
                      <a:pt x="784680" y="35660"/>
                    </a:lnTo>
                    <a:lnTo>
                      <a:pt x="779640" y="63020"/>
                    </a:lnTo>
                    <a:lnTo>
                      <a:pt x="795120" y="97580"/>
                    </a:lnTo>
                    <a:lnTo>
                      <a:pt x="764160" y="119540"/>
                    </a:lnTo>
                    <a:lnTo>
                      <a:pt x="748680" y="162380"/>
                    </a:lnTo>
                    <a:lnTo>
                      <a:pt x="705480" y="153380"/>
                    </a:lnTo>
                    <a:lnTo>
                      <a:pt x="651840" y="180020"/>
                    </a:lnTo>
                    <a:lnTo>
                      <a:pt x="625920" y="136460"/>
                    </a:lnTo>
                    <a:lnTo>
                      <a:pt x="611160" y="124940"/>
                    </a:lnTo>
                    <a:lnTo>
                      <a:pt x="593160" y="119900"/>
                    </a:lnTo>
                    <a:lnTo>
                      <a:pt x="565800" y="126020"/>
                    </a:lnTo>
                    <a:lnTo>
                      <a:pt x="551760" y="138260"/>
                    </a:lnTo>
                    <a:lnTo>
                      <a:pt x="541680" y="164540"/>
                    </a:lnTo>
                    <a:lnTo>
                      <a:pt x="544200" y="182900"/>
                    </a:lnTo>
                    <a:lnTo>
                      <a:pt x="568320" y="227540"/>
                    </a:lnTo>
                    <a:lnTo>
                      <a:pt x="524760" y="253100"/>
                    </a:lnTo>
                    <a:lnTo>
                      <a:pt x="510000" y="276500"/>
                    </a:lnTo>
                    <a:lnTo>
                      <a:pt x="508920" y="310340"/>
                    </a:lnTo>
                    <a:lnTo>
                      <a:pt x="526200" y="342380"/>
                    </a:lnTo>
                    <a:lnTo>
                      <a:pt x="499200" y="353180"/>
                    </a:lnTo>
                    <a:lnTo>
                      <a:pt x="483720" y="376220"/>
                    </a:lnTo>
                    <a:lnTo>
                      <a:pt x="484080" y="404300"/>
                    </a:lnTo>
                    <a:lnTo>
                      <a:pt x="494520" y="425540"/>
                    </a:lnTo>
                    <a:lnTo>
                      <a:pt x="490200" y="428060"/>
                    </a:lnTo>
                    <a:lnTo>
                      <a:pt x="460680" y="375860"/>
                    </a:lnTo>
                    <a:lnTo>
                      <a:pt x="454920" y="346700"/>
                    </a:lnTo>
                    <a:lnTo>
                      <a:pt x="434760" y="327260"/>
                    </a:lnTo>
                    <a:lnTo>
                      <a:pt x="403800" y="318620"/>
                    </a:lnTo>
                    <a:lnTo>
                      <a:pt x="385080" y="320780"/>
                    </a:lnTo>
                    <a:lnTo>
                      <a:pt x="368880" y="330140"/>
                    </a:lnTo>
                    <a:lnTo>
                      <a:pt x="357360" y="344900"/>
                    </a:lnTo>
                    <a:lnTo>
                      <a:pt x="348720" y="375860"/>
                    </a:lnTo>
                    <a:lnTo>
                      <a:pt x="350880" y="394580"/>
                    </a:lnTo>
                    <a:lnTo>
                      <a:pt x="360240" y="410780"/>
                    </a:lnTo>
                    <a:lnTo>
                      <a:pt x="377160" y="423380"/>
                    </a:lnTo>
                    <a:lnTo>
                      <a:pt x="407040" y="475580"/>
                    </a:lnTo>
                    <a:lnTo>
                      <a:pt x="403080" y="477740"/>
                    </a:lnTo>
                    <a:lnTo>
                      <a:pt x="383640" y="459740"/>
                    </a:lnTo>
                    <a:lnTo>
                      <a:pt x="356280" y="455060"/>
                    </a:lnTo>
                    <a:lnTo>
                      <a:pt x="330720" y="466580"/>
                    </a:lnTo>
                    <a:lnTo>
                      <a:pt x="319200" y="481700"/>
                    </a:lnTo>
                    <a:lnTo>
                      <a:pt x="314520" y="499700"/>
                    </a:lnTo>
                    <a:lnTo>
                      <a:pt x="320280" y="525260"/>
                    </a:lnTo>
                    <a:lnTo>
                      <a:pt x="302280" y="544700"/>
                    </a:lnTo>
                    <a:lnTo>
                      <a:pt x="293280" y="573140"/>
                    </a:lnTo>
                    <a:lnTo>
                      <a:pt x="295440" y="591860"/>
                    </a:lnTo>
                    <a:lnTo>
                      <a:pt x="320640" y="639380"/>
                    </a:lnTo>
                    <a:lnTo>
                      <a:pt x="274200" y="666380"/>
                    </a:lnTo>
                    <a:lnTo>
                      <a:pt x="262680" y="681140"/>
                    </a:lnTo>
                    <a:lnTo>
                      <a:pt x="257640" y="699140"/>
                    </a:lnTo>
                    <a:lnTo>
                      <a:pt x="260160" y="717860"/>
                    </a:lnTo>
                    <a:lnTo>
                      <a:pt x="269160" y="734060"/>
                    </a:lnTo>
                    <a:lnTo>
                      <a:pt x="283920" y="745580"/>
                    </a:lnTo>
                    <a:lnTo>
                      <a:pt x="310200" y="750620"/>
                    </a:lnTo>
                    <a:lnTo>
                      <a:pt x="233160" y="798140"/>
                    </a:lnTo>
                    <a:lnTo>
                      <a:pt x="224520" y="815060"/>
                    </a:lnTo>
                    <a:lnTo>
                      <a:pt x="223080" y="833420"/>
                    </a:lnTo>
                    <a:lnTo>
                      <a:pt x="228840" y="851420"/>
                    </a:lnTo>
                    <a:lnTo>
                      <a:pt x="249000" y="870500"/>
                    </a:lnTo>
                    <a:lnTo>
                      <a:pt x="229200" y="869060"/>
                    </a:lnTo>
                    <a:lnTo>
                      <a:pt x="211560" y="874820"/>
                    </a:lnTo>
                    <a:lnTo>
                      <a:pt x="197160" y="887060"/>
                    </a:lnTo>
                    <a:lnTo>
                      <a:pt x="187080" y="912980"/>
                    </a:lnTo>
                    <a:lnTo>
                      <a:pt x="193200" y="939980"/>
                    </a:lnTo>
                    <a:lnTo>
                      <a:pt x="257640" y="1054820"/>
                    </a:lnTo>
                    <a:lnTo>
                      <a:pt x="209760" y="1082180"/>
                    </a:lnTo>
                    <a:lnTo>
                      <a:pt x="191760" y="1072460"/>
                    </a:lnTo>
                    <a:lnTo>
                      <a:pt x="163680" y="1072820"/>
                    </a:lnTo>
                    <a:lnTo>
                      <a:pt x="147480" y="1082180"/>
                    </a:lnTo>
                    <a:lnTo>
                      <a:pt x="135960" y="1096940"/>
                    </a:lnTo>
                    <a:lnTo>
                      <a:pt x="132000" y="1128980"/>
                    </a:lnTo>
                    <a:lnTo>
                      <a:pt x="118680" y="1158500"/>
                    </a:lnTo>
                    <a:lnTo>
                      <a:pt x="129120" y="1191620"/>
                    </a:lnTo>
                    <a:lnTo>
                      <a:pt x="107160" y="1207100"/>
                    </a:lnTo>
                    <a:lnTo>
                      <a:pt x="97440" y="1233380"/>
                    </a:lnTo>
                    <a:lnTo>
                      <a:pt x="99600" y="1251740"/>
                    </a:lnTo>
                    <a:lnTo>
                      <a:pt x="130920" y="1308620"/>
                    </a:lnTo>
                    <a:lnTo>
                      <a:pt x="98520" y="1307180"/>
                    </a:lnTo>
                    <a:lnTo>
                      <a:pt x="82320" y="1316540"/>
                    </a:lnTo>
                    <a:lnTo>
                      <a:pt x="70800" y="1331300"/>
                    </a:lnTo>
                    <a:lnTo>
                      <a:pt x="57120" y="1389260"/>
                    </a:lnTo>
                    <a:lnTo>
                      <a:pt x="75120" y="1420940"/>
                    </a:lnTo>
                    <a:lnTo>
                      <a:pt x="56760" y="1426700"/>
                    </a:lnTo>
                    <a:lnTo>
                      <a:pt x="37320" y="1446860"/>
                    </a:lnTo>
                    <a:lnTo>
                      <a:pt x="32640" y="1474220"/>
                    </a:lnTo>
                    <a:lnTo>
                      <a:pt x="46680" y="1506260"/>
                    </a:lnTo>
                    <a:lnTo>
                      <a:pt x="24360" y="1519580"/>
                    </a:lnTo>
                    <a:lnTo>
                      <a:pt x="9240" y="1542620"/>
                    </a:lnTo>
                    <a:lnTo>
                      <a:pt x="7440" y="1561340"/>
                    </a:lnTo>
                    <a:lnTo>
                      <a:pt x="13200" y="1579340"/>
                    </a:lnTo>
                    <a:lnTo>
                      <a:pt x="25080" y="1593740"/>
                    </a:lnTo>
                    <a:lnTo>
                      <a:pt x="41640" y="1602380"/>
                    </a:lnTo>
                    <a:lnTo>
                      <a:pt x="69720" y="1602020"/>
                    </a:lnTo>
                    <a:lnTo>
                      <a:pt x="137040" y="1566380"/>
                    </a:lnTo>
                    <a:lnTo>
                      <a:pt x="142800" y="1576460"/>
                    </a:lnTo>
                    <a:lnTo>
                      <a:pt x="12480" y="1653860"/>
                    </a:lnTo>
                    <a:lnTo>
                      <a:pt x="4200" y="1670420"/>
                    </a:lnTo>
                    <a:lnTo>
                      <a:pt x="2760" y="1689140"/>
                    </a:lnTo>
                    <a:lnTo>
                      <a:pt x="8520" y="1707140"/>
                    </a:lnTo>
                    <a:lnTo>
                      <a:pt x="20760" y="1721180"/>
                    </a:lnTo>
                    <a:lnTo>
                      <a:pt x="48840" y="1731260"/>
                    </a:lnTo>
                    <a:lnTo>
                      <a:pt x="99600" y="1768700"/>
                    </a:lnTo>
                    <a:lnTo>
                      <a:pt x="117600" y="1774100"/>
                    </a:lnTo>
                    <a:lnTo>
                      <a:pt x="136320" y="1772300"/>
                    </a:lnTo>
                    <a:close/>
                  </a:path>
                </a:pathLst>
              </a:custGeom>
              <a:noFill/>
              <a:ln w="18000" cap="flat">
                <a:solidFill>
                  <a:srgbClr val="211F1A"/>
                </a:solidFill>
                <a:custDash>
                  <a:ds d="80000" sp="200000"/>
                </a:custDash>
                <a:round/>
              </a:ln>
            </p:spPr>
          </p:sp>
        </p:grpSp>
        <p:grpSp>
          <p:nvGrpSpPr>
            <p:cNvPr id="47" name="image_2:overlay:point_2"/>
            <p:cNvGrpSpPr/>
            <p:nvPr/>
          </p:nvGrpSpPr>
          <p:grpSpPr>
            <a:xfrm>
              <a:off x="8877300" y="4406900"/>
              <a:ext cx="330200" cy="279400"/>
              <a:chOff x="8877300" y="4406900"/>
              <a:chExt cx="330200" cy="279400"/>
            </a:xfrm>
          </p:grpSpPr>
          <p:sp>
            <p:nvSpPr>
              <p:cNvPr id="45" name="image_2:overlay:point_2:poi_education:osm-w126696975"/>
              <p:cNvSpPr/>
              <p:nvPr/>
            </p:nvSpPr>
            <p:spPr>
              <a:xfrm>
                <a:off x="8877300" y="4406900"/>
                <a:ext cx="88900" cy="88900"/>
              </a:xfrm>
              <a:prstGeom prst="ellipse">
                <a:avLst/>
              </a:prstGeom>
              <a:solidFill>
                <a:srgbClr val="FFFFFF"/>
              </a:solidFill>
              <a:ln w="12600" cap="flat">
                <a:solidFill>
                  <a:srgbClr val="211F1A"/>
                </a:solidFill>
                <a:prstDash val="solid"/>
                <a:round/>
              </a:ln>
            </p:spPr>
          </p:sp>
          <p:sp>
            <p:nvSpPr>
              <p:cNvPr id="46" name="image_2:overlay:point_2:poi_education:osm-w126696976"/>
              <p:cNvSpPr/>
              <p:nvPr/>
            </p:nvSpPr>
            <p:spPr>
              <a:xfrm>
                <a:off x="9118600" y="4597400"/>
                <a:ext cx="88900" cy="88900"/>
              </a:xfrm>
              <a:prstGeom prst="ellipse">
                <a:avLst/>
              </a:prstGeom>
              <a:solidFill>
                <a:srgbClr val="FFFFFF"/>
              </a:solidFill>
              <a:ln w="12600" cap="flat">
                <a:solidFill>
                  <a:srgbClr val="211F1A"/>
                </a:solidFill>
                <a:prstDash val="solid"/>
                <a:round/>
              </a:ln>
            </p:spPr>
          </p:sp>
        </p:grpSp>
        <p:grpSp>
          <p:nvGrpSpPr>
            <p:cNvPr id="55" name="image_2:overlay:point_1"/>
            <p:cNvGrpSpPr/>
            <p:nvPr/>
          </p:nvGrpSpPr>
          <p:grpSpPr>
            <a:xfrm>
              <a:off x="8216900" y="2451100"/>
              <a:ext cx="1549400" cy="2057400"/>
              <a:chOff x="8216900" y="2451100"/>
              <a:chExt cx="1549400" cy="2057400"/>
            </a:xfrm>
          </p:grpSpPr>
          <p:sp>
            <p:nvSpPr>
              <p:cNvPr id="48" name="image_2:overlay:point_1:poi_education:osm-w474008117"/>
              <p:cNvSpPr/>
              <p:nvPr/>
            </p:nvSpPr>
            <p:spPr>
              <a:xfrm>
                <a:off x="8216900" y="34798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49" name="image_2:overlay:point_1:poi_education:osm-w474010898"/>
              <p:cNvSpPr/>
              <p:nvPr/>
            </p:nvSpPr>
            <p:spPr>
              <a:xfrm>
                <a:off x="9499600" y="44196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50" name="image_2:overlay:point_1:poi_education:osm-w474010902"/>
              <p:cNvSpPr/>
              <p:nvPr/>
            </p:nvSpPr>
            <p:spPr>
              <a:xfrm>
                <a:off x="9512300" y="31877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51" name="image_2:overlay:point_1:poi_education:osm-w97264681"/>
              <p:cNvSpPr/>
              <p:nvPr/>
            </p:nvSpPr>
            <p:spPr>
              <a:xfrm>
                <a:off x="9575800" y="41148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52" name="image_2:overlay:point_1:poi_education:ovt-1e3faa2e-cbbe-4adf-a84c-8d4ccdac2acc"/>
              <p:cNvSpPr/>
              <p:nvPr/>
            </p:nvSpPr>
            <p:spPr>
              <a:xfrm>
                <a:off x="8928100" y="24511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53" name="image_2:overlay:point_1:poi_education:ovt-94e3bcf4-06d2-4236-b9ba-d69e2f583d5e"/>
              <p:cNvSpPr/>
              <p:nvPr/>
            </p:nvSpPr>
            <p:spPr>
              <a:xfrm>
                <a:off x="9677400" y="41021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54" name="image_2:overlay:point_1:poi_education:ovt-e71d1b6b-77aa-4b9a-9b9e-e7f94fba0996"/>
              <p:cNvSpPr/>
              <p:nvPr/>
            </p:nvSpPr>
            <p:spPr>
              <a:xfrm>
                <a:off x="9588500" y="4229100"/>
                <a:ext cx="88900" cy="88900"/>
              </a:xfrm>
              <a:prstGeom prst="ellipse">
                <a:avLst/>
              </a:prstGeom>
              <a:solidFill>
                <a:srgbClr val="211F1A"/>
              </a:solidFill>
              <a:ln w="9000" cap="flat">
                <a:solidFill>
                  <a:srgbClr val="FFFFFF"/>
                </a:solidFill>
                <a:prstDash val="solid"/>
                <a:round/>
              </a:ln>
            </p:spPr>
          </p:sp>
        </p:grpSp>
        <p:grpSp>
          <p:nvGrpSpPr>
            <p:cNvPr id="57" name="image_2:overlay:labels_stop"/>
            <p:cNvGrpSpPr/>
            <p:nvPr/>
          </p:nvGrpSpPr>
          <p:grpSpPr>
            <a:xfrm>
              <a:off x="9334500" y="3416300"/>
              <a:ext cx="1257300" cy="165100"/>
              <a:chOff x="9334500" y="3416300"/>
              <a:chExt cx="1257300" cy="165100"/>
            </a:xfrm>
          </p:grpSpPr>
          <p:sp>
            <p:nvSpPr>
              <p:cNvPr id="56" name="image_2:overlay:labels_stop:transit_stops:osm-n9683398095"/>
              <p:cNvSpPr txBox="1"/>
              <p:nvPr/>
            </p:nvSpPr>
            <p:spPr>
              <a:xfrm>
                <a:off x="9334500" y="3416300"/>
                <a:ext cx="1257300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28800" tIns="10800" rIns="28800" bIns="10800" rtlCol="0" anchor="ctr">
                <a:noAutofit/>
              </a:bodyPr>
              <a:lstStyle/>
              <a:p>
                <a:pPr algn="l"/>
                <a:r>
                  <a:rPr lang="ru-RU" sz="800" b="0" i="0" dirty="0">
                    <a:solidFill>
                      <a:srgbClr val="211F1A"/>
                    </a:solidFill>
                    <a:latin typeface="Open Sans"/>
                  </a:rPr>
                  <a:t>Таганрог-Пассажирский</a:t>
                </a:r>
              </a:p>
            </p:txBody>
          </p:sp>
        </p:grpSp>
        <p:grpSp>
          <p:nvGrpSpPr>
            <p:cNvPr id="60" name="image_2:overlay:labels_point_2"/>
            <p:cNvGrpSpPr/>
            <p:nvPr/>
          </p:nvGrpSpPr>
          <p:grpSpPr>
            <a:xfrm>
              <a:off x="7950200" y="4216400"/>
              <a:ext cx="1155700" cy="660400"/>
              <a:chOff x="7950200" y="4216400"/>
              <a:chExt cx="1155700" cy="660400"/>
            </a:xfrm>
          </p:grpSpPr>
          <p:sp>
            <p:nvSpPr>
              <p:cNvPr id="58" name="image_2:overlay:labels_point_2:poi_education:osm-w126696975"/>
              <p:cNvSpPr txBox="1"/>
              <p:nvPr/>
            </p:nvSpPr>
            <p:spPr>
              <a:xfrm>
                <a:off x="7950200" y="4216400"/>
                <a:ext cx="927100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28800" tIns="10800" rIns="28800" bIns="10800" rtlCol="0" anchor="ctr">
                <a:noAutofit/>
              </a:bodyPr>
              <a:lstStyle/>
              <a:p>
                <a:pPr algn="r"/>
                <a:r>
                  <a:rPr lang="ru-RU" sz="800" b="0" i="0" dirty="0">
                    <a:solidFill>
                      <a:srgbClr val="211F1A"/>
                    </a:solidFill>
                    <a:latin typeface="Open Sans"/>
                  </a:rPr>
                  <a:t>Детский сад № 52</a:t>
                </a:r>
              </a:p>
            </p:txBody>
          </p:sp>
          <p:sp>
            <p:nvSpPr>
              <p:cNvPr id="59" name="image_2:overlay:labels_point_2:poi_education:osm-w126696976"/>
              <p:cNvSpPr txBox="1"/>
              <p:nvPr/>
            </p:nvSpPr>
            <p:spPr>
              <a:xfrm>
                <a:off x="8178800" y="4711700"/>
                <a:ext cx="927100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28800" tIns="10800" rIns="28800" bIns="10800" rtlCol="0" anchor="ctr">
                <a:noAutofit/>
              </a:bodyPr>
              <a:lstStyle/>
              <a:p>
                <a:pPr algn="r"/>
                <a:r>
                  <a:rPr lang="ru-RU" sz="800" b="0" i="0" dirty="0">
                    <a:solidFill>
                      <a:srgbClr val="211F1A"/>
                    </a:solidFill>
                    <a:latin typeface="Open Sans"/>
                  </a:rPr>
                  <a:t>Детский сад № 93</a:t>
                </a:r>
              </a:p>
            </p:txBody>
          </p:sp>
        </p:grpSp>
        <p:grpSp>
          <p:nvGrpSpPr>
            <p:cNvPr id="66" name="image_2:overlay:scale_bar"/>
            <p:cNvGrpSpPr/>
            <p:nvPr/>
          </p:nvGrpSpPr>
          <p:grpSpPr>
            <a:xfrm>
              <a:off x="9296400" y="4864100"/>
              <a:ext cx="1511300" cy="292100"/>
              <a:chOff x="9296400" y="4864100"/>
              <a:chExt cx="1511300" cy="292100"/>
            </a:xfrm>
          </p:grpSpPr>
          <p:sp>
            <p:nvSpPr>
              <p:cNvPr id="61" name="image_2:overlay:scale_bar:plate"/>
              <p:cNvSpPr/>
              <p:nvPr/>
            </p:nvSpPr>
            <p:spPr>
              <a:xfrm>
                <a:off x="9296400" y="4864100"/>
                <a:ext cx="1511300" cy="292100"/>
              </a:xfrm>
              <a:custGeom>
                <a:avLst/>
                <a:gdLst/>
                <a:ahLst/>
                <a:cxnLst/>
                <a:rect l="0" t="0" r="r" b="b"/>
                <a:pathLst>
                  <a:path w="1511300" h="292100">
                    <a:moveTo>
                      <a:pt x="3335" y="2498"/>
                    </a:moveTo>
                    <a:lnTo>
                      <a:pt x="1502536" y="2498"/>
                    </a:lnTo>
                    <a:lnTo>
                      <a:pt x="1502536" y="290080"/>
                    </a:lnTo>
                    <a:lnTo>
                      <a:pt x="3335" y="2900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2" name="image_2:overlay:scale_bar:line"/>
              <p:cNvSpPr/>
              <p:nvPr/>
            </p:nvSpPr>
            <p:spPr>
              <a:xfrm>
                <a:off x="9359900" y="5054600"/>
                <a:ext cx="1206500" cy="63500"/>
              </a:xfrm>
              <a:custGeom>
                <a:avLst/>
                <a:gdLst/>
                <a:ahLst/>
                <a:cxnLst/>
                <a:rect l="0" t="0" r="r" b="b"/>
                <a:pathLst>
                  <a:path w="1206500" h="63500" fill="none">
                    <a:moveTo>
                      <a:pt x="1260" y="59080"/>
                    </a:moveTo>
                    <a:lnTo>
                      <a:pt x="1201500" y="59080"/>
                    </a:lnTo>
                    <a:moveTo>
                      <a:pt x="1260" y="59080"/>
                    </a:moveTo>
                    <a:lnTo>
                      <a:pt x="1260" y="5080"/>
                    </a:lnTo>
                    <a:moveTo>
                      <a:pt x="601380" y="59080"/>
                    </a:moveTo>
                    <a:lnTo>
                      <a:pt x="601380" y="5080"/>
                    </a:lnTo>
                    <a:moveTo>
                      <a:pt x="1201500" y="59080"/>
                    </a:moveTo>
                    <a:lnTo>
                      <a:pt x="1201500" y="5080"/>
                    </a:lnTo>
                  </a:path>
                </a:pathLst>
              </a:custGeom>
              <a:noFill/>
              <a:ln w="9000" cap="flat">
                <a:solidFill>
                  <a:srgbClr val="211F1A"/>
                </a:solidFill>
                <a:prstDash val="solid"/>
                <a:round/>
              </a:ln>
            </p:spPr>
          </p:sp>
          <p:sp>
            <p:nvSpPr>
              <p:cNvPr id="63" name="image_2:overlay:scale_bar:label-0"/>
              <p:cNvSpPr txBox="1"/>
              <p:nvPr/>
            </p:nvSpPr>
            <p:spPr>
              <a:xfrm>
                <a:off x="9334500" y="4902200"/>
                <a:ext cx="635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0</a:t>
                </a:r>
              </a:p>
            </p:txBody>
          </p:sp>
          <p:sp>
            <p:nvSpPr>
              <p:cNvPr id="64" name="image_2:overlay:scale_bar:label-1"/>
              <p:cNvSpPr txBox="1"/>
              <p:nvPr/>
            </p:nvSpPr>
            <p:spPr>
              <a:xfrm>
                <a:off x="9880600" y="4902200"/>
                <a:ext cx="1651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500</a:t>
                </a:r>
              </a:p>
            </p:txBody>
          </p:sp>
          <p:sp>
            <p:nvSpPr>
              <p:cNvPr id="65" name="image_2:overlay:scale_bar:label-2"/>
              <p:cNvSpPr txBox="1"/>
              <p:nvPr/>
            </p:nvSpPr>
            <p:spPr>
              <a:xfrm>
                <a:off x="10452100" y="4902200"/>
                <a:ext cx="317500" cy="12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:r>
                  <a:rPr lang="ru-RU" sz="700" b="0" i="0" dirty="0">
                    <a:solidFill>
                      <a:srgbClr val="211F1A"/>
                    </a:solidFill>
                    <a:latin typeface="Open Sans"/>
                  </a:rPr>
                  <a:t>1 000 м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CM">
  <a:themeElements>
    <a:clrScheme name="CM">
      <a:dk1>
        <a:srgbClr val="211F1A"/>
      </a:dk1>
      <a:lt1>
        <a:srgbClr val="FFFFFF"/>
      </a:lt1>
      <a:dk2>
        <a:srgbClr val="6E6B66"/>
      </a:dk2>
      <a:lt2>
        <a:srgbClr val="F1EFEB"/>
      </a:lt2>
      <a:accent1>
        <a:srgbClr val="EB7D40"/>
      </a:accent1>
      <a:accent2>
        <a:srgbClr val="BFBFBF"/>
      </a:accent2>
      <a:accent3>
        <a:srgbClr val="6E6B66"/>
      </a:accent3>
      <a:accent4>
        <a:srgbClr val="F1EFEB"/>
      </a:accent4>
      <a:accent5>
        <a:srgbClr val="211F1A"/>
      </a:accent5>
      <a:accent6>
        <a:srgbClr val="BFBFBF"/>
      </a:accent6>
      <a:hlink>
        <a:srgbClr val="211F1A"/>
      </a:hlink>
      <a:folHlink>
        <a:srgbClr val="6E6B66"/>
      </a:folHlink>
    </a:clrScheme>
    <a:fontScheme name="CM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C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альбома CM</dc:title>
  <dc:subject/>
  <dc:creator>CM International</dc:creator>
  <cp:keywords>cm-deck:01c5b1be4185718b7970b48c6a3d7a22ed77b8a28fb306fe60ed9474587fdee3</cp:keywords>
  <dc:description>Генерируется из tokens/ командой cm-deck template; руками не правится.</dc:description>
  <cp:lastModifiedBy>cm-deck</cp:lastModifiedBy>
  <cp:revision>1</cp:revision>
  <dcterms:created xsi:type="dcterms:W3CDTF">2013-01-27T09:14:16Z</dcterms:created>
  <dcterms:modified xsi:type="dcterms:W3CDTF">2013-01-27T09:15:58Z</dcterms:modified>
  <cp:category/>
</cp:coreProperties>
</file>